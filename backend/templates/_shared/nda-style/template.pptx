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8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4380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6340" autoAdjust="0"/>
  </p:normalViewPr>
  <p:slideViewPr>
    <p:cSldViewPr snapToGrid="0">
      <p:cViewPr varScale="1">
        <p:scale>
          <a:sx n="71" d="100"/>
          <a:sy n="71" d="100"/>
        </p:scale>
        <p:origin x="30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785" y="1749275"/>
            <a:ext cx="6412230" cy="3721230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2975" y="5614010"/>
            <a:ext cx="5657850" cy="2580613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1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707" y="2664740"/>
            <a:ext cx="6506528" cy="4446176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707" y="7152978"/>
            <a:ext cx="6506528" cy="2338139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/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6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636" y="2845355"/>
            <a:ext cx="3206115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9049" y="2845355"/>
            <a:ext cx="3206115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2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19" y="569073"/>
            <a:ext cx="6506528" cy="2065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619" y="2620202"/>
            <a:ext cx="3191381" cy="1284120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9619" y="3904322"/>
            <a:ext cx="3191381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9049" y="2620202"/>
            <a:ext cx="3207098" cy="1284120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9049" y="3904322"/>
            <a:ext cx="3207098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8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9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3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19" y="712576"/>
            <a:ext cx="2433072" cy="2494016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7097" y="1538968"/>
            <a:ext cx="3819049" cy="7595861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9619" y="3206592"/>
            <a:ext cx="2433072" cy="5940607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19" y="712576"/>
            <a:ext cx="2433072" cy="2494016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07097" y="1538968"/>
            <a:ext cx="3819049" cy="7595861"/>
          </a:xfrm>
        </p:spPr>
        <p:txBody>
          <a:bodyPr anchor="t"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9619" y="3206592"/>
            <a:ext cx="2433072" cy="5940607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1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5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98532" y="569071"/>
            <a:ext cx="1626632" cy="90581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637" y="569071"/>
            <a:ext cx="4785598" cy="90581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782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8636" y="569073"/>
            <a:ext cx="6506528" cy="2065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636" y="2845355"/>
            <a:ext cx="6506528" cy="678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636" y="9906786"/>
            <a:ext cx="169735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D214B-0406-4BAE-A6F2-A0094A4FC8E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884" y="9906786"/>
            <a:ext cx="254603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7809" y="9906786"/>
            <a:ext cx="169735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3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77C0F1-2FC6-BC42-926B-88F29689F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"/>
            <a:ext cx="7543800" cy="10688066"/>
          </a:xfrm>
          <a:prstGeom prst="rect">
            <a:avLst/>
          </a:prstGeom>
        </p:spPr>
      </p:pic>
      <p:sp>
        <p:nvSpPr>
          <p:cNvPr id="7" name="object 11">
            <a:extLst>
              <a:ext uri="{FF2B5EF4-FFF2-40B4-BE49-F238E27FC236}">
                <a16:creationId xmlns:a16="http://schemas.microsoft.com/office/drawing/2014/main" id="{FA7ED72D-101D-01EA-6F14-1A385EC9DD90}"/>
              </a:ext>
            </a:extLst>
          </p:cNvPr>
          <p:cNvSpPr txBox="1">
            <a:spLocks/>
          </p:cNvSpPr>
          <p:nvPr/>
        </p:nvSpPr>
        <p:spPr>
          <a:xfrm>
            <a:off x="2837330" y="5593976"/>
            <a:ext cx="4434840" cy="43601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2870"/>
              </a:lnSpc>
              <a:spcBef>
                <a:spcPts val="500"/>
              </a:spcBef>
            </a:pPr>
            <a:r>
              <a:rPr lang="en-US" sz="2500" dirty="0">
                <a:solidFill>
                  <a:schemeClr val="bg1"/>
                </a:solidFill>
                <a:latin typeface="HelveticaNowDisplay Regular" panose="020B0504030202020204" pitchFamily="34" charset="0"/>
                <a:cs typeface="HelveticaNowDisplay Regular" panose="020B0504030202020204" pitchFamily="34" charset="0"/>
              </a:rPr>
              <a:t>Name here</a:t>
            </a:r>
            <a:endParaRPr lang="en-US" sz="2500" spc="40" dirty="0">
              <a:solidFill>
                <a:schemeClr val="bg1"/>
              </a:solidFill>
              <a:latin typeface="HelveticaNowDisplay Regular" panose="020B0504030202020204" pitchFamily="34" charset="0"/>
              <a:cs typeface="HelveticaNowDisplay Regular" panose="020B050403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8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A532-62CF-01C3-59BA-F9AD7B59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76B9-0085-CD07-6640-77133DA62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7728-A3F1-ED50-7A34-E800E37E2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17C55-9D72-F789-D2F8-505EE346C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E1FD77-CEF0-EB57-1812-9909DC023EA5}"/>
              </a:ext>
            </a:extLst>
          </p:cNvPr>
          <p:cNvSpPr txBox="1"/>
          <p:nvPr/>
        </p:nvSpPr>
        <p:spPr>
          <a:xfrm>
            <a:off x="1704110" y="4376403"/>
            <a:ext cx="4003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oliden Trial Exp" pitchFamily="2" charset="0"/>
              </a:rPr>
              <a:t>Dylan Pollard</a:t>
            </a:r>
          </a:p>
        </p:txBody>
      </p:sp>
    </p:spTree>
    <p:extLst>
      <p:ext uri="{BB962C8B-B14F-4D97-AF65-F5344CB8AC3E}">
        <p14:creationId xmlns:p14="http://schemas.microsoft.com/office/powerpoint/2010/main" val="387299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1399-8BAB-8C23-35BC-0F1EE55C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B89D7-E286-949F-9CC6-7A913CC38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4A88A-DF3E-015F-D75B-107393448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C18B9-4DBA-A151-559A-1A2D2C72C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7"/>
          </a:xfrm>
          <a:prstGeom prst="rect">
            <a:avLst/>
          </a:prstGeom>
        </p:spPr>
      </p:pic>
      <p:sp>
        <p:nvSpPr>
          <p:cNvPr id="6" name="TextBox 20"/>
          <p:cNvSpPr txBox="1"/>
          <p:nvPr/>
        </p:nvSpPr>
        <p:spPr>
          <a:xfrm>
            <a:off x="566928" y="1463040"/>
            <a:ext cx="64008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03030"/>
                </a:solidFill>
              </a:rPr>
              <a:t>Project summary goes here.</a:t>
            </a:r>
          </a:p>
        </p:txBody>
      </p:sp>
    </p:spTree>
    <p:extLst>
      <p:ext uri="{BB962C8B-B14F-4D97-AF65-F5344CB8AC3E}">
        <p14:creationId xmlns:p14="http://schemas.microsoft.com/office/powerpoint/2010/main" val="273742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DA0A-EC69-49A1-7F7E-FB2568A7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B28F-C158-3786-4F2D-43EF3F2B3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64B43-8149-FE65-3DD4-641B53ABB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72669-ABF0-8CD4-61B9-425DABC61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04D2E-FCDD-5C03-0243-8BF6F8F905BB}"/>
              </a:ext>
            </a:extLst>
          </p:cNvPr>
          <p:cNvSpPr txBox="1"/>
          <p:nvPr/>
        </p:nvSpPr>
        <p:spPr>
          <a:xfrm>
            <a:off x="428051" y="1688612"/>
            <a:ext cx="6181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31520"/>
            <a:r>
              <a:rPr lang="en-US" sz="1400" kern="2300" dirty="0">
                <a:latin typeface="Helvetica Now Display"/>
              </a:rPr>
              <a:t>This agreement is made on </a:t>
            </a:r>
            <a:r>
              <a:rPr lang="en-US" sz="1400" kern="2300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[09/18/2025] </a:t>
            </a:r>
            <a:r>
              <a:rPr lang="en-US" sz="1400" kern="2300" dirty="0">
                <a:latin typeface="Helvetica Now Display"/>
              </a:rPr>
              <a:t>between </a:t>
            </a:r>
            <a:r>
              <a:rPr lang="en-US" sz="1400" kern="2300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“Dylan Pollard” </a:t>
            </a:r>
            <a:r>
              <a:rPr lang="en-US" sz="1400" kern="2300" dirty="0">
                <a:latin typeface="Helvetica Now Display"/>
              </a:rPr>
              <a:t>and </a:t>
            </a:r>
          </a:p>
          <a:p>
            <a:pPr defTabSz="731520"/>
            <a:r>
              <a:rPr lang="en-US" sz="1400" kern="2300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“Web App Dev” </a:t>
            </a:r>
            <a:r>
              <a:rPr lang="en-US" sz="1400" kern="2300" dirty="0">
                <a:latin typeface="Helvetica Now Display"/>
              </a:rPr>
              <a:t>Collectively referred to as the "Parties".</a:t>
            </a:r>
          </a:p>
          <a:p>
            <a:pPr defTabSz="731520"/>
            <a:endParaRPr lang="en-US" sz="1400" kern="2300" dirty="0">
              <a:latin typeface="Helvetica No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1162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5102-4544-9B6D-AD4C-D5A428A5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56C0-4DA6-60ED-DBE4-0BF0F9800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2DC63-1639-43C8-53E0-D6C55AFFA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EA7D8-8212-120A-A705-F272D5B4A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0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DA0C-9CFA-9DF5-5DF4-E0438375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B5A8-E847-FA91-CA6A-A13A96998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85B33-E62E-4FE9-9D1B-DA03C69BA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0860D-7FEF-F393-3A5D-B6EF863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97B4-A05F-B238-3DA6-237F3293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6D05-9485-F90A-CB70-F0C9E7F3F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B5289-B4C6-A19D-E2E2-0919F021D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58C2A-4AE6-22F5-16E6-F3AF898A0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42ABA-7972-26CF-0BE9-B6E1C06680F9}"/>
              </a:ext>
            </a:extLst>
          </p:cNvPr>
          <p:cNvSpPr txBox="1"/>
          <p:nvPr/>
        </p:nvSpPr>
        <p:spPr>
          <a:xfrm>
            <a:off x="454945" y="1274617"/>
            <a:ext cx="6583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This is to certify that </a:t>
            </a:r>
            <a:r>
              <a:rPr lang="en-US" sz="1400" dirty="0" err="1">
                <a:latin typeface="Helvetica Now Display"/>
                <a:cs typeface="HelveticaNowDisplay ExtraBold" panose="020B0904030202020204" pitchFamily="34" charset="0"/>
              </a:rPr>
              <a:t>i</a:t>
            </a:r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 hare read the Non-Disclosure Agreement between </a:t>
            </a:r>
          </a:p>
          <a:p>
            <a:r>
              <a:rPr lang="en-US" sz="1400" b="1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Web App Vault </a:t>
            </a:r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and </a:t>
            </a:r>
            <a:r>
              <a:rPr lang="en-US" sz="1400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Dylan Pollard </a:t>
            </a:r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and provide my Acknowledgement.</a:t>
            </a:r>
          </a:p>
          <a:p>
            <a:endParaRPr lang="en-US" sz="1400" dirty="0">
              <a:latin typeface="Helvetica Now Display"/>
              <a:cs typeface="HelveticaNowDisplay ExtraBold" panose="020B090403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F24D3-58EF-0F3A-B29D-5BC0506C3228}"/>
              </a:ext>
            </a:extLst>
          </p:cNvPr>
          <p:cNvSpPr txBox="1"/>
          <p:nvPr/>
        </p:nvSpPr>
        <p:spPr>
          <a:xfrm>
            <a:off x="454945" y="4694640"/>
            <a:ext cx="2856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Name: Brian McGregor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Date: 07/25/2025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Phone: (209) 209-4386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Email: info@caliwebstudios.com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723E4-1D69-676F-DC26-2250F6B975CE}"/>
              </a:ext>
            </a:extLst>
          </p:cNvPr>
          <p:cNvSpPr txBox="1"/>
          <p:nvPr/>
        </p:nvSpPr>
        <p:spPr>
          <a:xfrm>
            <a:off x="3863805" y="4694640"/>
            <a:ext cx="3141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Name: Dylan Pollard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Date: 07/25/2025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Phone: (804) 512-8905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Email: dylan5gators@gmail.com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64F9B-82D4-77A3-9019-FE1FCD9F6663}"/>
              </a:ext>
            </a:extLst>
          </p:cNvPr>
          <p:cNvSpPr txBox="1"/>
          <p:nvPr/>
        </p:nvSpPr>
        <p:spPr>
          <a:xfrm>
            <a:off x="3896185" y="2811106"/>
            <a:ext cx="3141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NowDisplay Regular" panose="020B0504030202020204" pitchFamily="34" charset="0"/>
                <a:cs typeface="HelveticaNowDisplay Regular" panose="020B0504030202020204" pitchFamily="34" charset="0"/>
              </a:rPr>
              <a:t>For:</a:t>
            </a:r>
            <a:r>
              <a:rPr lang="en-US" sz="1400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 Dylan Pollard </a:t>
            </a:r>
            <a:endParaRPr lang="en-US" sz="1400" dirty="0">
              <a:latin typeface="HelveticaNowDisplay Regular" panose="020B0504030202020204" pitchFamily="34" charset="0"/>
              <a:cs typeface="HelveticaNowDisplay Regular" panose="020B050403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1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98</Words>
  <Application>Microsoft Office PowerPoint</Application>
  <PresentationFormat>Custom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Helvetica Now Display</vt:lpstr>
      <vt:lpstr>HelveticaNowDisplay ExtraBold</vt:lpstr>
      <vt:lpstr>HelveticaNowDisplay Regular</vt:lpstr>
      <vt:lpstr>Soliden Trial Exp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hassaan bintory</cp:lastModifiedBy>
  <cp:revision>12</cp:revision>
  <dcterms:created xsi:type="dcterms:W3CDTF">2025-08-05T00:32:44Z</dcterms:created>
  <dcterms:modified xsi:type="dcterms:W3CDTF">2026-07-17T20:21:13Z</dcterms:modified>
</cp:coreProperties>
</file>