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43800" cy="1068863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verBackground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43800" cy="10688638"/>
          </a:xfrm>
          <a:prstGeom prst="rect">
            <a:avLst/>
          </a:prstGeom>
        </p:spPr>
      </p:pic>
      <p:sp>
        <p:nvSpPr>
          <p:cNvPr id="4" name="TextBox 6"/>
          <p:cNvSpPr txBox="1"/>
          <p:nvPr/>
        </p:nvSpPr>
        <p:spPr>
          <a:xfrm>
            <a:off x="1170432" y="7936992"/>
            <a:ext cx="5065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Prepared for: Client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Watermark" descr="image3.png"/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257300" y="4024587"/>
            <a:ext cx="5029200" cy="2639464"/>
          </a:xfrm>
          <a:prstGeom prst="rect">
            <a:avLst/>
          </a:prstGeom>
        </p:spPr>
      </p:pic>
      <p:pic>
        <p:nvPicPr>
          <p:cNvPr id="3" name="HeaderBanner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040"/>
            <a:ext cx="7543800" cy="1822298"/>
          </a:xfrm>
          <a:prstGeom prst="rect">
            <a:avLst/>
          </a:prstGeom>
        </p:spPr>
      </p:pic>
      <p:sp>
        <p:nvSpPr>
          <p:cNvPr id="4" name="TextBox 5"/>
          <p:cNvSpPr txBox="1"/>
          <p:nvPr/>
        </p:nvSpPr>
        <p:spPr>
          <a:xfrm>
            <a:off x="566928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Arial"/>
              </a:rPr>
              <a:t>Heading</a:t>
            </a:r>
          </a:p>
        </p:txBody>
      </p:sp>
      <p:sp>
        <p:nvSpPr>
          <p:cNvPr id="5" name="TextBox 6"/>
          <p:cNvSpPr txBox="1"/>
          <p:nvPr/>
        </p:nvSpPr>
        <p:spPr>
          <a:xfrm>
            <a:off x="566928" y="1828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03030"/>
                </a:solidFill>
                <a:latin typeface="Arial"/>
              </a:rPr>
              <a:t>Body text goes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Watermark" descr="image3.png"/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1257300" y="4024587"/>
            <a:ext cx="5029200" cy="2639464"/>
          </a:xfrm>
          <a:prstGeom prst="rect">
            <a:avLst/>
          </a:prstGeom>
        </p:spPr>
      </p:pic>
      <p:pic>
        <p:nvPicPr>
          <p:cNvPr id="3" name="HeaderBanner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040"/>
            <a:ext cx="7543800" cy="1822298"/>
          </a:xfrm>
          <a:prstGeom prst="rect">
            <a:avLst/>
          </a:prstGeom>
        </p:spPr>
      </p:pic>
      <p:sp>
        <p:nvSpPr>
          <p:cNvPr id="4" name="SigTitle"/>
          <p:cNvSpPr txBox="1"/>
          <p:nvPr/>
        </p:nvSpPr>
        <p:spPr>
          <a:xfrm>
            <a:off x="566928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Arial"/>
              </a:rPr>
              <a:t>SIGN-OFF</a:t>
            </a:r>
          </a:p>
        </p:txBody>
      </p:sp>
      <p:sp>
        <p:nvSpPr>
          <p:cNvPr id="5" name="ByLine"/>
          <p:cNvSpPr txBox="1"/>
          <p:nvPr/>
        </p:nvSpPr>
        <p:spPr>
          <a:xfrm>
            <a:off x="566928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By: Grant Writing Inc</a:t>
            </a:r>
          </a:p>
        </p:txBody>
      </p:sp>
      <p:sp>
        <p:nvSpPr>
          <p:cNvPr id="6" name="ToLine"/>
          <p:cNvSpPr txBox="1"/>
          <p:nvPr/>
        </p:nvSpPr>
        <p:spPr>
          <a:xfrm>
            <a:off x="384048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414"/>
                </a:solidFill>
                <a:latin typeface="Arial"/>
              </a:rPr>
              <a:t>To: Client Name</a:t>
            </a:r>
          </a:p>
        </p:txBody>
      </p:sp>
      <p:sp>
        <p:nvSpPr>
          <p:cNvPr id="7" name="RepBlock"/>
          <p:cNvSpPr txBox="1"/>
          <p:nvPr/>
        </p:nvSpPr>
        <p:spPr>
          <a:xfrm>
            <a:off x="566928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41414"/>
                </a:solidFill>
                <a:latin typeface="Arial"/>
              </a:rPr>
              <a:t>Name: Rep Name</a:t>
            </a:r>
          </a:p>
          <a:p>
            <a:r>
              <a:rPr sz="1100">
                <a:solidFill>
                  <a:srgbClr val="141414"/>
                </a:solidFill>
                <a:latin typeface="Arial"/>
              </a:rPr>
              <a:t>Date: </a:t>
            </a:r>
          </a:p>
          <a:p>
            <a:r>
              <a:rPr sz="1100">
                <a:solidFill>
                  <a:srgbClr val="141414"/>
                </a:solidFill>
                <a:latin typeface="Arial"/>
              </a:rPr>
              <a:t>Phone: </a:t>
            </a:r>
          </a:p>
          <a:p>
            <a:r>
              <a:rPr sz="1100">
                <a:solidFill>
                  <a:srgbClr val="141414"/>
                </a:solidFill>
                <a:latin typeface="Arial"/>
              </a:rPr>
              <a:t>Email: </a:t>
            </a:r>
          </a:p>
        </p:txBody>
      </p:sp>
      <p:sp>
        <p:nvSpPr>
          <p:cNvPr id="8" name="ClientBlock"/>
          <p:cNvSpPr txBox="1"/>
          <p:nvPr/>
        </p:nvSpPr>
        <p:spPr>
          <a:xfrm>
            <a:off x="3840480" y="32004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41414"/>
                </a:solidFill>
                <a:latin typeface="Arial"/>
              </a:rPr>
              <a:t>Name: Client Signee</a:t>
            </a:r>
          </a:p>
          <a:p>
            <a:r>
              <a:rPr sz="1100">
                <a:solidFill>
                  <a:srgbClr val="141414"/>
                </a:solidFill>
                <a:latin typeface="Arial"/>
              </a:rPr>
              <a:t>Date: </a:t>
            </a:r>
          </a:p>
          <a:p>
            <a:r>
              <a:rPr sz="1100">
                <a:solidFill>
                  <a:srgbClr val="141414"/>
                </a:solidFill>
                <a:latin typeface="Arial"/>
              </a:rPr>
              <a:t>Phone: </a:t>
            </a:r>
          </a:p>
          <a:p>
            <a:r>
              <a:rPr sz="1100">
                <a:solidFill>
                  <a:srgbClr val="141414"/>
                </a:solidFill>
                <a:latin typeface="Arial"/>
              </a:rPr>
              <a:t>Email: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losingBackground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43800" cy="106886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