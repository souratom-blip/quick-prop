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8" saveSubsetFonts="1">
  <p:sldMasterIdLst>
    <p:sldMasterId id="2147483660" r:id="rId1"/>
  </p:sldMasterIdLst>
  <p:sldIdLst>
    <p:sldId id="256" r:id="rId2"/>
    <p:sldId id="257" r:id="rId3"/>
    <p:sldId id="258" r:id="rId4"/>
    <p:sldId id="259" r:id="rId5"/>
    <p:sldId id="260" r:id="rId6"/>
    <p:sldId id="261" r:id="rId7"/>
  </p:sldIdLst>
  <p:sldSz cx="7543800" cy="10688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9" d="100"/>
          <a:sy n="69" d="100"/>
        </p:scale>
        <p:origin x="313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5785" y="1749275"/>
            <a:ext cx="6412230" cy="3721230"/>
          </a:xfrm>
        </p:spPr>
        <p:txBody>
          <a:bodyPr anchor="b"/>
          <a:lstStyle>
            <a:lvl1pPr algn="ctr">
              <a:defRPr sz="4950"/>
            </a:lvl1pPr>
          </a:lstStyle>
          <a:p>
            <a:r>
              <a:rPr lang="en-US"/>
              <a:t>Click to edit Master title style</a:t>
            </a:r>
            <a:endParaRPr lang="en-US" dirty="0"/>
          </a:p>
        </p:txBody>
      </p:sp>
      <p:sp>
        <p:nvSpPr>
          <p:cNvPr id="3" name="Subtitle 2"/>
          <p:cNvSpPr>
            <a:spLocks noGrp="1"/>
          </p:cNvSpPr>
          <p:nvPr>
            <p:ph type="subTitle" idx="1"/>
          </p:nvPr>
        </p:nvSpPr>
        <p:spPr>
          <a:xfrm>
            <a:off x="942975" y="5614010"/>
            <a:ext cx="5657850" cy="2580613"/>
          </a:xfrm>
        </p:spPr>
        <p:txBody>
          <a:bodyPr/>
          <a:lstStyle>
            <a:lvl1pPr marL="0" indent="0" algn="ctr">
              <a:buNone/>
              <a:defRPr sz="1980"/>
            </a:lvl1pPr>
            <a:lvl2pPr marL="377190" indent="0" algn="ctr">
              <a:buNone/>
              <a:defRPr sz="1650"/>
            </a:lvl2pPr>
            <a:lvl3pPr marL="754380" indent="0" algn="ctr">
              <a:buNone/>
              <a:defRPr sz="1485"/>
            </a:lvl3pPr>
            <a:lvl4pPr marL="1131570" indent="0" algn="ctr">
              <a:buNone/>
              <a:defRPr sz="1320"/>
            </a:lvl4pPr>
            <a:lvl5pPr marL="1508760" indent="0" algn="ctr">
              <a:buNone/>
              <a:defRPr sz="1320"/>
            </a:lvl5pPr>
            <a:lvl6pPr marL="1885950" indent="0" algn="ctr">
              <a:buNone/>
              <a:defRPr sz="1320"/>
            </a:lvl6pPr>
            <a:lvl7pPr marL="2263140" indent="0" algn="ctr">
              <a:buNone/>
              <a:defRPr sz="1320"/>
            </a:lvl7pPr>
            <a:lvl8pPr marL="2640330" indent="0" algn="ctr">
              <a:buNone/>
              <a:defRPr sz="1320"/>
            </a:lvl8pPr>
            <a:lvl9pPr marL="3017520" indent="0" algn="ctr">
              <a:buNone/>
              <a:defRPr sz="13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EBD214B-0406-4BAE-A6F2-A0094A4FC8E0}"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3BE992-DE65-4019-9E95-83BAA9B669BD}" type="slidenum">
              <a:rPr lang="en-US" smtClean="0"/>
              <a:t>‹#›</a:t>
            </a:fld>
            <a:endParaRPr lang="en-US"/>
          </a:p>
        </p:txBody>
      </p:sp>
    </p:spTree>
    <p:extLst>
      <p:ext uri="{BB962C8B-B14F-4D97-AF65-F5344CB8AC3E}">
        <p14:creationId xmlns:p14="http://schemas.microsoft.com/office/powerpoint/2010/main" val="1400247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BD214B-0406-4BAE-A6F2-A0094A4FC8E0}"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3BE992-DE65-4019-9E95-83BAA9B669BD}" type="slidenum">
              <a:rPr lang="en-US" smtClean="0"/>
              <a:t>‹#›</a:t>
            </a:fld>
            <a:endParaRPr lang="en-US"/>
          </a:p>
        </p:txBody>
      </p:sp>
    </p:spTree>
    <p:extLst>
      <p:ext uri="{BB962C8B-B14F-4D97-AF65-F5344CB8AC3E}">
        <p14:creationId xmlns:p14="http://schemas.microsoft.com/office/powerpoint/2010/main" val="4106410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4707" y="2664740"/>
            <a:ext cx="6506528" cy="4446176"/>
          </a:xfrm>
        </p:spPr>
        <p:txBody>
          <a:bodyPr anchor="b"/>
          <a:lstStyle>
            <a:lvl1pPr>
              <a:defRPr sz="4950"/>
            </a:lvl1pPr>
          </a:lstStyle>
          <a:p>
            <a:r>
              <a:rPr lang="en-US"/>
              <a:t>Click to edit Master title style</a:t>
            </a:r>
            <a:endParaRPr lang="en-US" dirty="0"/>
          </a:p>
        </p:txBody>
      </p:sp>
      <p:sp>
        <p:nvSpPr>
          <p:cNvPr id="3" name="Text Placeholder 2"/>
          <p:cNvSpPr>
            <a:spLocks noGrp="1"/>
          </p:cNvSpPr>
          <p:nvPr>
            <p:ph type="body" idx="1"/>
          </p:nvPr>
        </p:nvSpPr>
        <p:spPr>
          <a:xfrm>
            <a:off x="514707" y="7152978"/>
            <a:ext cx="6506528" cy="2338139"/>
          </a:xfrm>
        </p:spPr>
        <p:txBody>
          <a:bodyPr/>
          <a:lstStyle>
            <a:lvl1pPr marL="0" indent="0">
              <a:buNone/>
              <a:defRPr sz="1980">
                <a:solidFill>
                  <a:schemeClr val="tx1"/>
                </a:solidFill>
              </a:defRPr>
            </a:lvl1pPr>
            <a:lvl2pPr marL="377190" indent="0">
              <a:buNone/>
              <a:defRPr sz="1650">
                <a:solidFill>
                  <a:schemeClr val="tx1">
                    <a:tint val="75000"/>
                  </a:schemeClr>
                </a:solidFill>
              </a:defRPr>
            </a:lvl2pPr>
            <a:lvl3pPr marL="754380" indent="0">
              <a:buNone/>
              <a:defRPr sz="1485">
                <a:solidFill>
                  <a:schemeClr val="tx1">
                    <a:tint val="75000"/>
                  </a:schemeClr>
                </a:solidFill>
              </a:defRPr>
            </a:lvl3pPr>
            <a:lvl4pPr marL="1131570" indent="0">
              <a:buNone/>
              <a:defRPr sz="1320">
                <a:solidFill>
                  <a:schemeClr val="tx1">
                    <a:tint val="75000"/>
                  </a:schemeClr>
                </a:solidFill>
              </a:defRPr>
            </a:lvl4pPr>
            <a:lvl5pPr marL="1508760" indent="0">
              <a:buNone/>
              <a:defRPr sz="1320">
                <a:solidFill>
                  <a:schemeClr val="tx1">
                    <a:tint val="75000"/>
                  </a:schemeClr>
                </a:solidFill>
              </a:defRPr>
            </a:lvl5pPr>
            <a:lvl6pPr marL="1885950" indent="0">
              <a:buNone/>
              <a:defRPr sz="1320">
                <a:solidFill>
                  <a:schemeClr val="tx1">
                    <a:tint val="75000"/>
                  </a:schemeClr>
                </a:solidFill>
              </a:defRPr>
            </a:lvl6pPr>
            <a:lvl7pPr marL="2263140" indent="0">
              <a:buNone/>
              <a:defRPr sz="1320">
                <a:solidFill>
                  <a:schemeClr val="tx1">
                    <a:tint val="75000"/>
                  </a:schemeClr>
                </a:solidFill>
              </a:defRPr>
            </a:lvl7pPr>
            <a:lvl8pPr marL="2640330" indent="0">
              <a:buNone/>
              <a:defRPr sz="1320">
                <a:solidFill>
                  <a:schemeClr val="tx1">
                    <a:tint val="75000"/>
                  </a:schemeClr>
                </a:solidFill>
              </a:defRPr>
            </a:lvl8pPr>
            <a:lvl9pPr marL="3017520" indent="0">
              <a:buNone/>
              <a:defRPr sz="13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BD214B-0406-4BAE-A6F2-A0094A4FC8E0}"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3BE992-DE65-4019-9E95-83BAA9B669BD}" type="slidenum">
              <a:rPr lang="en-US" smtClean="0"/>
              <a:t>‹#›</a:t>
            </a:fld>
            <a:endParaRPr lang="en-US"/>
          </a:p>
        </p:txBody>
      </p:sp>
    </p:spTree>
    <p:extLst>
      <p:ext uri="{BB962C8B-B14F-4D97-AF65-F5344CB8AC3E}">
        <p14:creationId xmlns:p14="http://schemas.microsoft.com/office/powerpoint/2010/main" val="2350560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8636" y="2845355"/>
            <a:ext cx="3206115" cy="6781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9049" y="2845355"/>
            <a:ext cx="3206115" cy="6781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BD214B-0406-4BAE-A6F2-A0094A4FC8E0}" type="datetimeFigureOut">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3BE992-DE65-4019-9E95-83BAA9B669BD}" type="slidenum">
              <a:rPr lang="en-US" smtClean="0"/>
              <a:t>‹#›</a:t>
            </a:fld>
            <a:endParaRPr lang="en-US"/>
          </a:p>
        </p:txBody>
      </p:sp>
    </p:spTree>
    <p:extLst>
      <p:ext uri="{BB962C8B-B14F-4D97-AF65-F5344CB8AC3E}">
        <p14:creationId xmlns:p14="http://schemas.microsoft.com/office/powerpoint/2010/main" val="2636426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9619" y="569073"/>
            <a:ext cx="6506528" cy="20659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19619" y="2620202"/>
            <a:ext cx="3191381" cy="1284120"/>
          </a:xfrm>
        </p:spPr>
        <p:txBody>
          <a:bodyPr anchor="b"/>
          <a:lstStyle>
            <a:lvl1pPr marL="0" indent="0">
              <a:buNone/>
              <a:defRPr sz="1980" b="1"/>
            </a:lvl1pPr>
            <a:lvl2pPr marL="377190" indent="0">
              <a:buNone/>
              <a:defRPr sz="1650" b="1"/>
            </a:lvl2pPr>
            <a:lvl3pPr marL="754380" indent="0">
              <a:buNone/>
              <a:defRPr sz="1485" b="1"/>
            </a:lvl3pPr>
            <a:lvl4pPr marL="1131570" indent="0">
              <a:buNone/>
              <a:defRPr sz="1320" b="1"/>
            </a:lvl4pPr>
            <a:lvl5pPr marL="1508760" indent="0">
              <a:buNone/>
              <a:defRPr sz="1320" b="1"/>
            </a:lvl5pPr>
            <a:lvl6pPr marL="1885950" indent="0">
              <a:buNone/>
              <a:defRPr sz="1320" b="1"/>
            </a:lvl6pPr>
            <a:lvl7pPr marL="2263140" indent="0">
              <a:buNone/>
              <a:defRPr sz="1320" b="1"/>
            </a:lvl7pPr>
            <a:lvl8pPr marL="2640330" indent="0">
              <a:buNone/>
              <a:defRPr sz="1320" b="1"/>
            </a:lvl8pPr>
            <a:lvl9pPr marL="3017520" indent="0">
              <a:buNone/>
              <a:defRPr sz="1320" b="1"/>
            </a:lvl9pPr>
          </a:lstStyle>
          <a:p>
            <a:pPr lvl="0"/>
            <a:r>
              <a:rPr lang="en-US"/>
              <a:t>Click to edit Master text styles</a:t>
            </a:r>
          </a:p>
        </p:txBody>
      </p:sp>
      <p:sp>
        <p:nvSpPr>
          <p:cNvPr id="4" name="Content Placeholder 3"/>
          <p:cNvSpPr>
            <a:spLocks noGrp="1"/>
          </p:cNvSpPr>
          <p:nvPr>
            <p:ph sz="half" idx="2"/>
          </p:nvPr>
        </p:nvSpPr>
        <p:spPr>
          <a:xfrm>
            <a:off x="519619" y="3904322"/>
            <a:ext cx="3191381" cy="57426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9049" y="2620202"/>
            <a:ext cx="3207098" cy="1284120"/>
          </a:xfrm>
        </p:spPr>
        <p:txBody>
          <a:bodyPr anchor="b"/>
          <a:lstStyle>
            <a:lvl1pPr marL="0" indent="0">
              <a:buNone/>
              <a:defRPr sz="1980" b="1"/>
            </a:lvl1pPr>
            <a:lvl2pPr marL="377190" indent="0">
              <a:buNone/>
              <a:defRPr sz="1650" b="1"/>
            </a:lvl2pPr>
            <a:lvl3pPr marL="754380" indent="0">
              <a:buNone/>
              <a:defRPr sz="1485" b="1"/>
            </a:lvl3pPr>
            <a:lvl4pPr marL="1131570" indent="0">
              <a:buNone/>
              <a:defRPr sz="1320" b="1"/>
            </a:lvl4pPr>
            <a:lvl5pPr marL="1508760" indent="0">
              <a:buNone/>
              <a:defRPr sz="1320" b="1"/>
            </a:lvl5pPr>
            <a:lvl6pPr marL="1885950" indent="0">
              <a:buNone/>
              <a:defRPr sz="1320" b="1"/>
            </a:lvl6pPr>
            <a:lvl7pPr marL="2263140" indent="0">
              <a:buNone/>
              <a:defRPr sz="1320" b="1"/>
            </a:lvl7pPr>
            <a:lvl8pPr marL="2640330" indent="0">
              <a:buNone/>
              <a:defRPr sz="1320" b="1"/>
            </a:lvl8pPr>
            <a:lvl9pPr marL="3017520" indent="0">
              <a:buNone/>
              <a:defRPr sz="1320" b="1"/>
            </a:lvl9pPr>
          </a:lstStyle>
          <a:p>
            <a:pPr lvl="0"/>
            <a:r>
              <a:rPr lang="en-US"/>
              <a:t>Click to edit Master text styles</a:t>
            </a:r>
          </a:p>
        </p:txBody>
      </p:sp>
      <p:sp>
        <p:nvSpPr>
          <p:cNvPr id="6" name="Content Placeholder 5"/>
          <p:cNvSpPr>
            <a:spLocks noGrp="1"/>
          </p:cNvSpPr>
          <p:nvPr>
            <p:ph sz="quarter" idx="4"/>
          </p:nvPr>
        </p:nvSpPr>
        <p:spPr>
          <a:xfrm>
            <a:off x="3819049" y="3904322"/>
            <a:ext cx="3207098" cy="57426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BD214B-0406-4BAE-A6F2-A0094A4FC8E0}" type="datetimeFigureOut">
              <a:rPr lang="en-US" smtClean="0"/>
              <a:t>8/19/2025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3BE992-DE65-4019-9E95-83BAA9B669BD}" type="slidenum">
              <a:rPr lang="en-US" smtClean="0"/>
              <a:t>‹#›</a:t>
            </a:fld>
            <a:endParaRPr lang="en-US"/>
          </a:p>
        </p:txBody>
      </p:sp>
    </p:spTree>
    <p:extLst>
      <p:ext uri="{BB962C8B-B14F-4D97-AF65-F5344CB8AC3E}">
        <p14:creationId xmlns:p14="http://schemas.microsoft.com/office/powerpoint/2010/main" val="1905185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EBD214B-0406-4BAE-A6F2-A0094A4FC8E0}" type="datetimeFigureOut">
              <a:rPr lang="en-US" smtClean="0"/>
              <a:t>8/19/2025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3BE992-DE65-4019-9E95-83BAA9B669BD}" type="slidenum">
              <a:rPr lang="en-US" smtClean="0"/>
              <a:t>‹#›</a:t>
            </a:fld>
            <a:endParaRPr lang="en-US"/>
          </a:p>
        </p:txBody>
      </p:sp>
    </p:spTree>
    <p:extLst>
      <p:ext uri="{BB962C8B-B14F-4D97-AF65-F5344CB8AC3E}">
        <p14:creationId xmlns:p14="http://schemas.microsoft.com/office/powerpoint/2010/main" val="2087991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BD214B-0406-4BAE-A6F2-A0094A4FC8E0}" type="datetimeFigureOut">
              <a:rPr lang="en-US" smtClean="0"/>
              <a:t>8/19/2025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3BE992-DE65-4019-9E95-83BAA9B669BD}" type="slidenum">
              <a:rPr lang="en-US" smtClean="0"/>
              <a:t>‹#›</a:t>
            </a:fld>
            <a:endParaRPr lang="en-US"/>
          </a:p>
        </p:txBody>
      </p:sp>
    </p:spTree>
    <p:extLst>
      <p:ext uri="{BB962C8B-B14F-4D97-AF65-F5344CB8AC3E}">
        <p14:creationId xmlns:p14="http://schemas.microsoft.com/office/powerpoint/2010/main" val="3038038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9619" y="712576"/>
            <a:ext cx="2433072" cy="2494016"/>
          </a:xfrm>
        </p:spPr>
        <p:txBody>
          <a:bodyPr anchor="b"/>
          <a:lstStyle>
            <a:lvl1pPr>
              <a:defRPr sz="2640"/>
            </a:lvl1pPr>
          </a:lstStyle>
          <a:p>
            <a:r>
              <a:rPr lang="en-US"/>
              <a:t>Click to edit Master title style</a:t>
            </a:r>
            <a:endParaRPr lang="en-US" dirty="0"/>
          </a:p>
        </p:txBody>
      </p:sp>
      <p:sp>
        <p:nvSpPr>
          <p:cNvPr id="3" name="Content Placeholder 2"/>
          <p:cNvSpPr>
            <a:spLocks noGrp="1"/>
          </p:cNvSpPr>
          <p:nvPr>
            <p:ph idx="1"/>
          </p:nvPr>
        </p:nvSpPr>
        <p:spPr>
          <a:xfrm>
            <a:off x="3207097" y="1538968"/>
            <a:ext cx="3819049" cy="7595861"/>
          </a:xfrm>
        </p:spPr>
        <p:txBody>
          <a:bodyPr/>
          <a:lstStyle>
            <a:lvl1pPr>
              <a:defRPr sz="2640"/>
            </a:lvl1pPr>
            <a:lvl2pPr>
              <a:defRPr sz="2310"/>
            </a:lvl2pPr>
            <a:lvl3pPr>
              <a:defRPr sz="1980"/>
            </a:lvl3pPr>
            <a:lvl4pPr>
              <a:defRPr sz="1650"/>
            </a:lvl4pPr>
            <a:lvl5pPr>
              <a:defRPr sz="1650"/>
            </a:lvl5pPr>
            <a:lvl6pPr>
              <a:defRPr sz="1650"/>
            </a:lvl6pPr>
            <a:lvl7pPr>
              <a:defRPr sz="1650"/>
            </a:lvl7pPr>
            <a:lvl8pPr>
              <a:defRPr sz="1650"/>
            </a:lvl8pPr>
            <a:lvl9pPr>
              <a:defRPr sz="16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9619" y="3206592"/>
            <a:ext cx="2433072" cy="5940607"/>
          </a:xfrm>
        </p:spPr>
        <p:txBody>
          <a:bodyPr/>
          <a:lstStyle>
            <a:lvl1pPr marL="0" indent="0">
              <a:buNone/>
              <a:defRPr sz="1320"/>
            </a:lvl1pPr>
            <a:lvl2pPr marL="377190" indent="0">
              <a:buNone/>
              <a:defRPr sz="1155"/>
            </a:lvl2pPr>
            <a:lvl3pPr marL="754380" indent="0">
              <a:buNone/>
              <a:defRPr sz="990"/>
            </a:lvl3pPr>
            <a:lvl4pPr marL="1131570" indent="0">
              <a:buNone/>
              <a:defRPr sz="825"/>
            </a:lvl4pPr>
            <a:lvl5pPr marL="1508760" indent="0">
              <a:buNone/>
              <a:defRPr sz="825"/>
            </a:lvl5pPr>
            <a:lvl6pPr marL="1885950" indent="0">
              <a:buNone/>
              <a:defRPr sz="825"/>
            </a:lvl6pPr>
            <a:lvl7pPr marL="2263140" indent="0">
              <a:buNone/>
              <a:defRPr sz="825"/>
            </a:lvl7pPr>
            <a:lvl8pPr marL="2640330" indent="0">
              <a:buNone/>
              <a:defRPr sz="825"/>
            </a:lvl8pPr>
            <a:lvl9pPr marL="3017520" indent="0">
              <a:buNone/>
              <a:defRPr sz="825"/>
            </a:lvl9pPr>
          </a:lstStyle>
          <a:p>
            <a:pPr lvl="0"/>
            <a:r>
              <a:rPr lang="en-US"/>
              <a:t>Click to edit Master text styles</a:t>
            </a:r>
          </a:p>
        </p:txBody>
      </p:sp>
      <p:sp>
        <p:nvSpPr>
          <p:cNvPr id="5" name="Date Placeholder 4"/>
          <p:cNvSpPr>
            <a:spLocks noGrp="1"/>
          </p:cNvSpPr>
          <p:nvPr>
            <p:ph type="dt" sz="half" idx="10"/>
          </p:nvPr>
        </p:nvSpPr>
        <p:spPr/>
        <p:txBody>
          <a:bodyPr/>
          <a:lstStyle/>
          <a:p>
            <a:fld id="{AEBD214B-0406-4BAE-A6F2-A0094A4FC8E0}" type="datetimeFigureOut">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3BE992-DE65-4019-9E95-83BAA9B669BD}" type="slidenum">
              <a:rPr lang="en-US" smtClean="0"/>
              <a:t>‹#›</a:t>
            </a:fld>
            <a:endParaRPr lang="en-US"/>
          </a:p>
        </p:txBody>
      </p:sp>
    </p:spTree>
    <p:extLst>
      <p:ext uri="{BB962C8B-B14F-4D97-AF65-F5344CB8AC3E}">
        <p14:creationId xmlns:p14="http://schemas.microsoft.com/office/powerpoint/2010/main" val="2882110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9619" y="712576"/>
            <a:ext cx="2433072" cy="2494016"/>
          </a:xfrm>
        </p:spPr>
        <p:txBody>
          <a:bodyPr anchor="b"/>
          <a:lstStyle>
            <a:lvl1pPr>
              <a:defRPr sz="2640"/>
            </a:lvl1pPr>
          </a:lstStyle>
          <a:p>
            <a:r>
              <a:rPr lang="en-US"/>
              <a:t>Click to edit Master title style</a:t>
            </a:r>
            <a:endParaRPr lang="en-US" dirty="0"/>
          </a:p>
        </p:txBody>
      </p:sp>
      <p:sp>
        <p:nvSpPr>
          <p:cNvPr id="3" name="Picture Placeholder 2"/>
          <p:cNvSpPr>
            <a:spLocks noGrp="1" noChangeAspect="1"/>
          </p:cNvSpPr>
          <p:nvPr>
            <p:ph type="pic" idx="1"/>
          </p:nvPr>
        </p:nvSpPr>
        <p:spPr>
          <a:xfrm>
            <a:off x="3207097" y="1538968"/>
            <a:ext cx="3819049" cy="7595861"/>
          </a:xfrm>
        </p:spPr>
        <p:txBody>
          <a:bodyPr anchor="t"/>
          <a:lstStyle>
            <a:lvl1pPr marL="0" indent="0">
              <a:buNone/>
              <a:defRPr sz="2640"/>
            </a:lvl1pPr>
            <a:lvl2pPr marL="377190" indent="0">
              <a:buNone/>
              <a:defRPr sz="2310"/>
            </a:lvl2pPr>
            <a:lvl3pPr marL="754380" indent="0">
              <a:buNone/>
              <a:defRPr sz="1980"/>
            </a:lvl3pPr>
            <a:lvl4pPr marL="1131570" indent="0">
              <a:buNone/>
              <a:defRPr sz="1650"/>
            </a:lvl4pPr>
            <a:lvl5pPr marL="1508760" indent="0">
              <a:buNone/>
              <a:defRPr sz="1650"/>
            </a:lvl5pPr>
            <a:lvl6pPr marL="1885950" indent="0">
              <a:buNone/>
              <a:defRPr sz="1650"/>
            </a:lvl6pPr>
            <a:lvl7pPr marL="2263140" indent="0">
              <a:buNone/>
              <a:defRPr sz="1650"/>
            </a:lvl7pPr>
            <a:lvl8pPr marL="2640330" indent="0">
              <a:buNone/>
              <a:defRPr sz="1650"/>
            </a:lvl8pPr>
            <a:lvl9pPr marL="3017520" indent="0">
              <a:buNone/>
              <a:defRPr sz="1650"/>
            </a:lvl9pPr>
          </a:lstStyle>
          <a:p>
            <a:r>
              <a:rPr lang="en-US"/>
              <a:t>Click icon to add picture</a:t>
            </a:r>
            <a:endParaRPr lang="en-US" dirty="0"/>
          </a:p>
        </p:txBody>
      </p:sp>
      <p:sp>
        <p:nvSpPr>
          <p:cNvPr id="4" name="Text Placeholder 3"/>
          <p:cNvSpPr>
            <a:spLocks noGrp="1"/>
          </p:cNvSpPr>
          <p:nvPr>
            <p:ph type="body" sz="half" idx="2"/>
          </p:nvPr>
        </p:nvSpPr>
        <p:spPr>
          <a:xfrm>
            <a:off x="519619" y="3206592"/>
            <a:ext cx="2433072" cy="5940607"/>
          </a:xfrm>
        </p:spPr>
        <p:txBody>
          <a:bodyPr/>
          <a:lstStyle>
            <a:lvl1pPr marL="0" indent="0">
              <a:buNone/>
              <a:defRPr sz="1320"/>
            </a:lvl1pPr>
            <a:lvl2pPr marL="377190" indent="0">
              <a:buNone/>
              <a:defRPr sz="1155"/>
            </a:lvl2pPr>
            <a:lvl3pPr marL="754380" indent="0">
              <a:buNone/>
              <a:defRPr sz="990"/>
            </a:lvl3pPr>
            <a:lvl4pPr marL="1131570" indent="0">
              <a:buNone/>
              <a:defRPr sz="825"/>
            </a:lvl4pPr>
            <a:lvl5pPr marL="1508760" indent="0">
              <a:buNone/>
              <a:defRPr sz="825"/>
            </a:lvl5pPr>
            <a:lvl6pPr marL="1885950" indent="0">
              <a:buNone/>
              <a:defRPr sz="825"/>
            </a:lvl6pPr>
            <a:lvl7pPr marL="2263140" indent="0">
              <a:buNone/>
              <a:defRPr sz="825"/>
            </a:lvl7pPr>
            <a:lvl8pPr marL="2640330" indent="0">
              <a:buNone/>
              <a:defRPr sz="825"/>
            </a:lvl8pPr>
            <a:lvl9pPr marL="3017520" indent="0">
              <a:buNone/>
              <a:defRPr sz="825"/>
            </a:lvl9pPr>
          </a:lstStyle>
          <a:p>
            <a:pPr lvl="0"/>
            <a:r>
              <a:rPr lang="en-US"/>
              <a:t>Click to edit Master text styles</a:t>
            </a:r>
          </a:p>
        </p:txBody>
      </p:sp>
      <p:sp>
        <p:nvSpPr>
          <p:cNvPr id="5" name="Date Placeholder 4"/>
          <p:cNvSpPr>
            <a:spLocks noGrp="1"/>
          </p:cNvSpPr>
          <p:nvPr>
            <p:ph type="dt" sz="half" idx="10"/>
          </p:nvPr>
        </p:nvSpPr>
        <p:spPr/>
        <p:txBody>
          <a:bodyPr/>
          <a:lstStyle/>
          <a:p>
            <a:fld id="{AEBD214B-0406-4BAE-A6F2-A0094A4FC8E0}" type="datetimeFigureOut">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3BE992-DE65-4019-9E95-83BAA9B669BD}" type="slidenum">
              <a:rPr lang="en-US" smtClean="0"/>
              <a:t>‹#›</a:t>
            </a:fld>
            <a:endParaRPr lang="en-US"/>
          </a:p>
        </p:txBody>
      </p:sp>
    </p:spTree>
    <p:extLst>
      <p:ext uri="{BB962C8B-B14F-4D97-AF65-F5344CB8AC3E}">
        <p14:creationId xmlns:p14="http://schemas.microsoft.com/office/powerpoint/2010/main" val="1501517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BD214B-0406-4BAE-A6F2-A0094A4FC8E0}"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3BE992-DE65-4019-9E95-83BAA9B669BD}" type="slidenum">
              <a:rPr lang="en-US" smtClean="0"/>
              <a:t>‹#›</a:t>
            </a:fld>
            <a:endParaRPr lang="en-US"/>
          </a:p>
        </p:txBody>
      </p:sp>
    </p:spTree>
    <p:extLst>
      <p:ext uri="{BB962C8B-B14F-4D97-AF65-F5344CB8AC3E}">
        <p14:creationId xmlns:p14="http://schemas.microsoft.com/office/powerpoint/2010/main" val="1485557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398532" y="569071"/>
            <a:ext cx="1626632" cy="905812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8637" y="569071"/>
            <a:ext cx="4785598" cy="90581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BD214B-0406-4BAE-A6F2-A0094A4FC8E0}"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3BE992-DE65-4019-9E95-83BAA9B669BD}" type="slidenum">
              <a:rPr lang="en-US" smtClean="0"/>
              <a:t>‹#›</a:t>
            </a:fld>
            <a:endParaRPr lang="en-US"/>
          </a:p>
        </p:txBody>
      </p:sp>
    </p:spTree>
    <p:extLst>
      <p:ext uri="{BB962C8B-B14F-4D97-AF65-F5344CB8AC3E}">
        <p14:creationId xmlns:p14="http://schemas.microsoft.com/office/powerpoint/2010/main" val="233277827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8636" y="569073"/>
            <a:ext cx="6506528" cy="20659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8636" y="2845355"/>
            <a:ext cx="6506528" cy="67818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8636" y="9906786"/>
            <a:ext cx="1697355" cy="569071"/>
          </a:xfrm>
          <a:prstGeom prst="rect">
            <a:avLst/>
          </a:prstGeom>
        </p:spPr>
        <p:txBody>
          <a:bodyPr vert="horz" lIns="91440" tIns="45720" rIns="91440" bIns="45720" rtlCol="0" anchor="ctr"/>
          <a:lstStyle>
            <a:lvl1pPr algn="l">
              <a:defRPr sz="990">
                <a:solidFill>
                  <a:schemeClr val="tx1">
                    <a:tint val="75000"/>
                  </a:schemeClr>
                </a:solidFill>
              </a:defRPr>
            </a:lvl1pPr>
          </a:lstStyle>
          <a:p>
            <a:fld id="{AEBD214B-0406-4BAE-A6F2-A0094A4FC8E0}" type="datetimeFigureOut">
              <a:rPr lang="en-US" smtClean="0"/>
              <a:t>8/19/2025</a:t>
            </a:fld>
            <a:endParaRPr lang="en-US"/>
          </a:p>
        </p:txBody>
      </p:sp>
      <p:sp>
        <p:nvSpPr>
          <p:cNvPr id="5" name="Footer Placeholder 4"/>
          <p:cNvSpPr>
            <a:spLocks noGrp="1"/>
          </p:cNvSpPr>
          <p:nvPr>
            <p:ph type="ftr" sz="quarter" idx="3"/>
          </p:nvPr>
        </p:nvSpPr>
        <p:spPr>
          <a:xfrm>
            <a:off x="2498884" y="9906786"/>
            <a:ext cx="2546033" cy="569071"/>
          </a:xfrm>
          <a:prstGeom prst="rect">
            <a:avLst/>
          </a:prstGeom>
        </p:spPr>
        <p:txBody>
          <a:bodyPr vert="horz" lIns="91440" tIns="45720" rIns="91440" bIns="45720" rtlCol="0" anchor="ctr"/>
          <a:lstStyle>
            <a:lvl1pPr algn="ctr">
              <a:defRPr sz="99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27809" y="9906786"/>
            <a:ext cx="1697355" cy="569071"/>
          </a:xfrm>
          <a:prstGeom prst="rect">
            <a:avLst/>
          </a:prstGeom>
        </p:spPr>
        <p:txBody>
          <a:bodyPr vert="horz" lIns="91440" tIns="45720" rIns="91440" bIns="45720" rtlCol="0" anchor="ctr"/>
          <a:lstStyle>
            <a:lvl1pPr algn="r">
              <a:defRPr sz="990">
                <a:solidFill>
                  <a:schemeClr val="tx1">
                    <a:tint val="75000"/>
                  </a:schemeClr>
                </a:solidFill>
              </a:defRPr>
            </a:lvl1pPr>
          </a:lstStyle>
          <a:p>
            <a:fld id="{E93BE992-DE65-4019-9E95-83BAA9B669BD}" type="slidenum">
              <a:rPr lang="en-US" smtClean="0"/>
              <a:t>‹#›</a:t>
            </a:fld>
            <a:endParaRPr lang="en-US"/>
          </a:p>
        </p:txBody>
      </p:sp>
    </p:spTree>
    <p:extLst>
      <p:ext uri="{BB962C8B-B14F-4D97-AF65-F5344CB8AC3E}">
        <p14:creationId xmlns:p14="http://schemas.microsoft.com/office/powerpoint/2010/main" val="22897326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54380" rtl="0" eaLnBrk="1" latinLnBrk="0" hangingPunct="1">
        <a:lnSpc>
          <a:spcPct val="90000"/>
        </a:lnSpc>
        <a:spcBef>
          <a:spcPct val="0"/>
        </a:spcBef>
        <a:buNone/>
        <a:defRPr sz="3630" kern="1200">
          <a:solidFill>
            <a:schemeClr val="tx1"/>
          </a:solidFill>
          <a:latin typeface="+mj-lt"/>
          <a:ea typeface="+mj-ea"/>
          <a:cs typeface="+mj-cs"/>
        </a:defRPr>
      </a:lvl1pPr>
    </p:titleStyle>
    <p:bodyStyle>
      <a:lvl1pPr marL="188595" indent="-188595" algn="l" defTabSz="754380" rtl="0" eaLnBrk="1" latinLnBrk="0" hangingPunct="1">
        <a:lnSpc>
          <a:spcPct val="90000"/>
        </a:lnSpc>
        <a:spcBef>
          <a:spcPts val="825"/>
        </a:spcBef>
        <a:buFont typeface="Arial" panose="020B0604020202020204" pitchFamily="34" charset="0"/>
        <a:buChar char="•"/>
        <a:defRPr sz="2310" kern="1200">
          <a:solidFill>
            <a:schemeClr val="tx1"/>
          </a:solidFill>
          <a:latin typeface="+mn-lt"/>
          <a:ea typeface="+mn-ea"/>
          <a:cs typeface="+mn-cs"/>
        </a:defRPr>
      </a:lvl1pPr>
      <a:lvl2pPr marL="565785" indent="-188595" algn="l" defTabSz="754380" rtl="0" eaLnBrk="1" latinLnBrk="0" hangingPunct="1">
        <a:lnSpc>
          <a:spcPct val="90000"/>
        </a:lnSpc>
        <a:spcBef>
          <a:spcPts val="413"/>
        </a:spcBef>
        <a:buFont typeface="Arial" panose="020B0604020202020204" pitchFamily="34" charset="0"/>
        <a:buChar char="•"/>
        <a:defRPr sz="1980" kern="1200">
          <a:solidFill>
            <a:schemeClr val="tx1"/>
          </a:solidFill>
          <a:latin typeface="+mn-lt"/>
          <a:ea typeface="+mn-ea"/>
          <a:cs typeface="+mn-cs"/>
        </a:defRPr>
      </a:lvl2pPr>
      <a:lvl3pPr marL="942975" indent="-188595" algn="l" defTabSz="754380" rtl="0" eaLnBrk="1" latinLnBrk="0" hangingPunct="1">
        <a:lnSpc>
          <a:spcPct val="90000"/>
        </a:lnSpc>
        <a:spcBef>
          <a:spcPts val="413"/>
        </a:spcBef>
        <a:buFont typeface="Arial" panose="020B0604020202020204" pitchFamily="34" charset="0"/>
        <a:buChar char="•"/>
        <a:defRPr sz="1650" kern="1200">
          <a:solidFill>
            <a:schemeClr val="tx1"/>
          </a:solidFill>
          <a:latin typeface="+mn-lt"/>
          <a:ea typeface="+mn-ea"/>
          <a:cs typeface="+mn-cs"/>
        </a:defRPr>
      </a:lvl3pPr>
      <a:lvl4pPr marL="132016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4pPr>
      <a:lvl5pPr marL="169735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5pPr>
      <a:lvl6pPr marL="207454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6pPr>
      <a:lvl7pPr marL="245173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7pPr>
      <a:lvl8pPr marL="282892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8pPr>
      <a:lvl9pPr marL="320611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9pPr>
    </p:bodyStyle>
    <p:otherStyle>
      <a:defPPr>
        <a:defRPr lang="en-US"/>
      </a:defPPr>
      <a:lvl1pPr marL="0" algn="l" defTabSz="754380" rtl="0" eaLnBrk="1" latinLnBrk="0" hangingPunct="1">
        <a:defRPr sz="1485" kern="1200">
          <a:solidFill>
            <a:schemeClr val="tx1"/>
          </a:solidFill>
          <a:latin typeface="+mn-lt"/>
          <a:ea typeface="+mn-ea"/>
          <a:cs typeface="+mn-cs"/>
        </a:defRPr>
      </a:lvl1pPr>
      <a:lvl2pPr marL="377190" algn="l" defTabSz="754380" rtl="0" eaLnBrk="1" latinLnBrk="0" hangingPunct="1">
        <a:defRPr sz="1485" kern="1200">
          <a:solidFill>
            <a:schemeClr val="tx1"/>
          </a:solidFill>
          <a:latin typeface="+mn-lt"/>
          <a:ea typeface="+mn-ea"/>
          <a:cs typeface="+mn-cs"/>
        </a:defRPr>
      </a:lvl2pPr>
      <a:lvl3pPr marL="754380" algn="l" defTabSz="754380" rtl="0" eaLnBrk="1" latinLnBrk="0" hangingPunct="1">
        <a:defRPr sz="1485" kern="1200">
          <a:solidFill>
            <a:schemeClr val="tx1"/>
          </a:solidFill>
          <a:latin typeface="+mn-lt"/>
          <a:ea typeface="+mn-ea"/>
          <a:cs typeface="+mn-cs"/>
        </a:defRPr>
      </a:lvl3pPr>
      <a:lvl4pPr marL="1131570" algn="l" defTabSz="754380" rtl="0" eaLnBrk="1" latinLnBrk="0" hangingPunct="1">
        <a:defRPr sz="1485" kern="1200">
          <a:solidFill>
            <a:schemeClr val="tx1"/>
          </a:solidFill>
          <a:latin typeface="+mn-lt"/>
          <a:ea typeface="+mn-ea"/>
          <a:cs typeface="+mn-cs"/>
        </a:defRPr>
      </a:lvl4pPr>
      <a:lvl5pPr marL="1508760" algn="l" defTabSz="754380" rtl="0" eaLnBrk="1" latinLnBrk="0" hangingPunct="1">
        <a:defRPr sz="1485" kern="1200">
          <a:solidFill>
            <a:schemeClr val="tx1"/>
          </a:solidFill>
          <a:latin typeface="+mn-lt"/>
          <a:ea typeface="+mn-ea"/>
          <a:cs typeface="+mn-cs"/>
        </a:defRPr>
      </a:lvl5pPr>
      <a:lvl6pPr marL="1885950" algn="l" defTabSz="754380" rtl="0" eaLnBrk="1" latinLnBrk="0" hangingPunct="1">
        <a:defRPr sz="1485" kern="1200">
          <a:solidFill>
            <a:schemeClr val="tx1"/>
          </a:solidFill>
          <a:latin typeface="+mn-lt"/>
          <a:ea typeface="+mn-ea"/>
          <a:cs typeface="+mn-cs"/>
        </a:defRPr>
      </a:lvl6pPr>
      <a:lvl7pPr marL="2263140" algn="l" defTabSz="754380" rtl="0" eaLnBrk="1" latinLnBrk="0" hangingPunct="1">
        <a:defRPr sz="1485" kern="1200">
          <a:solidFill>
            <a:schemeClr val="tx1"/>
          </a:solidFill>
          <a:latin typeface="+mn-lt"/>
          <a:ea typeface="+mn-ea"/>
          <a:cs typeface="+mn-cs"/>
        </a:defRPr>
      </a:lvl7pPr>
      <a:lvl8pPr marL="2640330" algn="l" defTabSz="754380" rtl="0" eaLnBrk="1" latinLnBrk="0" hangingPunct="1">
        <a:defRPr sz="1485" kern="1200">
          <a:solidFill>
            <a:schemeClr val="tx1"/>
          </a:solidFill>
          <a:latin typeface="+mn-lt"/>
          <a:ea typeface="+mn-ea"/>
          <a:cs typeface="+mn-cs"/>
        </a:defRPr>
      </a:lvl8pPr>
      <a:lvl9pPr marL="3017520" algn="l" defTabSz="754380" rtl="0" eaLnBrk="1" latinLnBrk="0" hangingPunct="1">
        <a:defRPr sz="14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E2AAD-641D-08E4-BECC-3FA92BE58E1D}"/>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56F61B01-3160-4A62-4D7C-DC4679D452D4}"/>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0FE083FD-9073-933C-49FD-C6840E2FDAD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6" y="0"/>
            <a:ext cx="7543305" cy="10688636"/>
          </a:xfrm>
          <a:prstGeom prst="rect">
            <a:avLst/>
          </a:prstGeom>
        </p:spPr>
      </p:pic>
      <p:sp>
        <p:nvSpPr>
          <p:cNvPr id="7" name="TextBox 6">
            <a:extLst>
              <a:ext uri="{FF2B5EF4-FFF2-40B4-BE49-F238E27FC236}">
                <a16:creationId xmlns:a16="http://schemas.microsoft.com/office/drawing/2014/main" id="{14ADC7EE-AAEA-5D01-91DE-5F7373FFA5E5}"/>
              </a:ext>
            </a:extLst>
          </p:cNvPr>
          <p:cNvSpPr txBox="1"/>
          <p:nvPr/>
        </p:nvSpPr>
        <p:spPr>
          <a:xfrm>
            <a:off x="565785" y="7460965"/>
            <a:ext cx="5405524" cy="1754326"/>
          </a:xfrm>
          <a:prstGeom prst="rect">
            <a:avLst/>
          </a:prstGeom>
          <a:noFill/>
        </p:spPr>
        <p:txBody>
          <a:bodyPr wrap="square" rtlCol="0">
            <a:spAutoFit/>
          </a:bodyPr>
          <a:lstStyle/>
          <a:p>
            <a:r>
              <a:rPr lang="en-US" sz="5400" b="1" dirty="0">
                <a:solidFill>
                  <a:schemeClr val="bg1"/>
                </a:solidFill>
                <a:latin typeface="Soliden Trial Exp" pitchFamily="2" charset="0"/>
              </a:rPr>
              <a:t>Website </a:t>
            </a:r>
          </a:p>
          <a:p>
            <a:r>
              <a:rPr lang="en-US" sz="5400" b="1" dirty="0">
                <a:solidFill>
                  <a:schemeClr val="bg1"/>
                </a:solidFill>
                <a:latin typeface="Soliden Trial Exp" pitchFamily="2" charset="0"/>
              </a:rPr>
              <a:t>Proposal</a:t>
            </a:r>
          </a:p>
        </p:txBody>
      </p:sp>
    </p:spTree>
    <p:extLst>
      <p:ext uri="{BB962C8B-B14F-4D97-AF65-F5344CB8AC3E}">
        <p14:creationId xmlns:p14="http://schemas.microsoft.com/office/powerpoint/2010/main" val="3669086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5A532-62CF-01C3-59BA-F9AD7B59F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C076B9-0085-CD07-6640-77133DA624F6}"/>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7D197728-A3F1-ED50-7A34-E800E37E2D97}"/>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73F17C55-9D72-F789-D2F8-505EE346CDB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6" y="0"/>
            <a:ext cx="7543305" cy="10688636"/>
          </a:xfrm>
          <a:prstGeom prst="rect">
            <a:avLst/>
          </a:prstGeom>
        </p:spPr>
      </p:pic>
      <p:sp>
        <p:nvSpPr>
          <p:cNvPr id="6" name="TextBox 5">
            <a:extLst>
              <a:ext uri="{FF2B5EF4-FFF2-40B4-BE49-F238E27FC236}">
                <a16:creationId xmlns:a16="http://schemas.microsoft.com/office/drawing/2014/main" id="{30E1FD77-CEF0-EB57-1812-9909DC023EA5}"/>
              </a:ext>
            </a:extLst>
          </p:cNvPr>
          <p:cNvSpPr txBox="1"/>
          <p:nvPr/>
        </p:nvSpPr>
        <p:spPr>
          <a:xfrm>
            <a:off x="1645920" y="4526280"/>
            <a:ext cx="4206240" cy="777240"/>
          </a:xfrm>
          <a:prstGeom prst="rect">
            <a:avLst/>
          </a:prstGeom>
          <a:noFill/>
        </p:spPr>
        <p:txBody>
          <a:bodyPr wrap="square" rtlCol="0" anchor="ctr">
            <a:spAutoFit/>
          </a:bodyPr>
          <a:lstStyle/>
          <a:p>
            <a:pPr algn="ctr"/>
            <a:r>
              <a:rPr lang="en-US" sz="2200" b="1" dirty="0">
                <a:solidFill>
                  <a:srgbClr val="FFFFFF"/>
                </a:solidFill>
                <a:latin typeface="Soliden Trial Exp" pitchFamily="2" charset="0"/>
              </a:rPr>
              <a:t>Dylan Pollard</a:t>
            </a:r>
          </a:p>
        </p:txBody>
      </p:sp>
    </p:spTree>
    <p:extLst>
      <p:ext uri="{BB962C8B-B14F-4D97-AF65-F5344CB8AC3E}">
        <p14:creationId xmlns:p14="http://schemas.microsoft.com/office/powerpoint/2010/main" val="3872993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C1399-8BAB-8C23-35BC-0F1EE55CD2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B89D7-E286-949F-9CC6-7A913CC38561}"/>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404A88A-DF3E-015F-D75B-1073934480F5}"/>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4B3C18B9-4DBA-A151-559A-1A2D2C72C79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6" y="0"/>
            <a:ext cx="7543305" cy="10688636"/>
          </a:xfrm>
          <a:prstGeom prst="rect">
            <a:avLst/>
          </a:prstGeom>
        </p:spPr>
      </p:pic>
      <p:sp>
        <p:nvSpPr>
          <p:cNvPr id="4" name="TextBox 3">
            <a:extLst>
              <a:ext uri="{FF2B5EF4-FFF2-40B4-BE49-F238E27FC236}">
                <a16:creationId xmlns:a16="http://schemas.microsoft.com/office/drawing/2014/main" id="{23181678-51AC-BA7A-570B-C958DCABF644}"/>
              </a:ext>
            </a:extLst>
          </p:cNvPr>
          <p:cNvSpPr txBox="1"/>
          <p:nvPr/>
        </p:nvSpPr>
        <p:spPr>
          <a:xfrm>
            <a:off x="447156" y="1763130"/>
            <a:ext cx="6181379" cy="2185214"/>
          </a:xfrm>
          <a:prstGeom prst="rect">
            <a:avLst/>
          </a:prstGeom>
          <a:noFill/>
        </p:spPr>
        <p:txBody>
          <a:bodyPr wrap="square" rtlCol="0">
            <a:spAutoFit/>
          </a:bodyPr>
          <a:lstStyle/>
          <a:p>
            <a:pPr defTabSz="731520"/>
            <a:r>
              <a:rPr lang="en-US" sz="2400" b="1" kern="2300" dirty="0">
                <a:latin typeface="Helvetica Now Display"/>
              </a:rPr>
              <a:t>Dear,</a:t>
            </a:r>
          </a:p>
          <a:p>
            <a:pPr defTabSz="731520"/>
            <a:r>
              <a:rPr lang="en-US" sz="1400" kern="2300" dirty="0">
                <a:latin typeface="Helvetica Now Display"/>
              </a:rPr>
              <a:t>The plan entails creating a affiliate website package with the objective of fostering substantial business growth in the digital realm.  Canada Web Builders aims to enhance the client's business by implementing highly attractive design and content implementation. We are committed to deliver optimal outcomes that convert targeted audiences into loyal customers through compelling website user experience; thereby significantly boosting business expansion. </a:t>
            </a:r>
            <a:r>
              <a:rPr lang="en-US" sz="1400" b="1" i="1" kern="2300" dirty="0">
                <a:latin typeface="Helvetica Now Display"/>
              </a:rPr>
              <a:t>American Web Builders </a:t>
            </a:r>
            <a:r>
              <a:rPr lang="en-US" sz="1400" kern="2300" dirty="0">
                <a:latin typeface="Helvetica Now Display"/>
              </a:rPr>
              <a:t>aligns its mission with your vision to ensure its success.</a:t>
            </a:r>
          </a:p>
        </p:txBody>
      </p:sp>
    </p:spTree>
    <p:extLst>
      <p:ext uri="{BB962C8B-B14F-4D97-AF65-F5344CB8AC3E}">
        <p14:creationId xmlns:p14="http://schemas.microsoft.com/office/powerpoint/2010/main" val="2737422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8DA0A-EC69-49A1-7F7E-FB2568A74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7B28F-C158-3786-4F2D-43EF3F2B37B6}"/>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5C64B43-8149-FE65-3DD4-641B53ABBD6F}"/>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FB472669-ABF0-8CD4-61B9-425DABC61AC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6" y="0"/>
            <a:ext cx="7543305" cy="10688636"/>
          </a:xfrm>
          <a:prstGeom prst="rect">
            <a:avLst/>
          </a:prstGeom>
        </p:spPr>
      </p:pic>
      <p:sp>
        <p:nvSpPr>
          <p:cNvPr id="6" name="TextBox 5">
            <a:extLst>
              <a:ext uri="{FF2B5EF4-FFF2-40B4-BE49-F238E27FC236}">
                <a16:creationId xmlns:a16="http://schemas.microsoft.com/office/drawing/2014/main" id="{71304D2E-FCDD-5C03-0243-8BF6F8F905BB}"/>
              </a:ext>
            </a:extLst>
          </p:cNvPr>
          <p:cNvSpPr txBox="1"/>
          <p:nvPr/>
        </p:nvSpPr>
        <p:spPr>
          <a:xfrm>
            <a:off x="565785" y="1056934"/>
            <a:ext cx="6181379" cy="7325082"/>
          </a:xfrm>
          <a:prstGeom prst="rect">
            <a:avLst/>
          </a:prstGeom>
          <a:noFill/>
        </p:spPr>
        <p:txBody>
          <a:bodyPr wrap="square" rtlCol="0">
            <a:spAutoFit/>
          </a:bodyPr>
          <a:lstStyle/>
          <a:p>
            <a:pPr defTabSz="731520"/>
            <a:r>
              <a:rPr lang="en-US" sz="3600" b="1" kern="2300" dirty="0">
                <a:latin typeface="Soliden Trial Exp" pitchFamily="2" charset="0"/>
              </a:rPr>
              <a:t>Package Details</a:t>
            </a:r>
          </a:p>
          <a:p>
            <a:pPr defTabSz="731520"/>
            <a:endParaRPr lang="en-US" sz="1400" kern="2300" dirty="0">
              <a:latin typeface="Helvetica Now Display"/>
            </a:endParaRPr>
          </a:p>
          <a:p>
            <a:pPr defTabSz="731520"/>
            <a:r>
              <a:rPr lang="en-US" sz="1400" kern="2300" dirty="0">
                <a:latin typeface="Helvetica Now Display"/>
              </a:rPr>
              <a:t>Lorem ipsum dolor sit </a:t>
            </a:r>
            <a:r>
              <a:rPr lang="en-US" sz="1400" kern="2300" dirty="0" err="1">
                <a:latin typeface="Helvetica Now Display"/>
              </a:rPr>
              <a:t>amet</a:t>
            </a:r>
            <a:r>
              <a:rPr lang="en-US" sz="1400" kern="2300" dirty="0">
                <a:latin typeface="Helvetica Now Display"/>
              </a:rPr>
              <a:t>, </a:t>
            </a:r>
            <a:r>
              <a:rPr lang="en-US" sz="1400" kern="2300" dirty="0" err="1">
                <a:latin typeface="Helvetica Now Display"/>
              </a:rPr>
              <a:t>consectetuer</a:t>
            </a:r>
            <a:r>
              <a:rPr lang="en-US" sz="1400" kern="2300" dirty="0">
                <a:latin typeface="Helvetica Now Display"/>
              </a:rPr>
              <a:t> </a:t>
            </a:r>
            <a:r>
              <a:rPr lang="en-US" sz="1400" kern="2300" dirty="0" err="1">
                <a:latin typeface="Helvetica Now Display"/>
              </a:rPr>
              <a:t>adipiscing</a:t>
            </a:r>
            <a:r>
              <a:rPr lang="en-US" sz="1400" kern="2300" dirty="0">
                <a:latin typeface="Helvetica Now Display"/>
              </a:rPr>
              <a:t> </a:t>
            </a:r>
            <a:r>
              <a:rPr lang="en-US" sz="1400" kern="2300" dirty="0" err="1">
                <a:latin typeface="Helvetica Now Display"/>
              </a:rPr>
              <a:t>elit</a:t>
            </a:r>
            <a:r>
              <a:rPr lang="en-US" sz="1400" kern="2300" dirty="0">
                <a:latin typeface="Helvetica Now Display"/>
              </a:rPr>
              <a:t>, sed diam </a:t>
            </a:r>
            <a:r>
              <a:rPr lang="en-US" sz="1400" kern="2300" dirty="0" err="1">
                <a:latin typeface="Helvetica Now Display"/>
              </a:rPr>
              <a:t>nonummy</a:t>
            </a:r>
            <a:r>
              <a:rPr lang="en-US" sz="1400" kern="2300" dirty="0">
                <a:latin typeface="Helvetica Now Display"/>
              </a:rPr>
              <a:t> </a:t>
            </a:r>
            <a:r>
              <a:rPr lang="en-US" sz="1400" kern="2300" dirty="0" err="1">
                <a:latin typeface="Helvetica Now Display"/>
              </a:rPr>
              <a:t>nibh</a:t>
            </a:r>
            <a:r>
              <a:rPr lang="en-US" sz="1400" kern="2300" dirty="0">
                <a:latin typeface="Helvetica Now Display"/>
              </a:rPr>
              <a:t> </a:t>
            </a:r>
            <a:r>
              <a:rPr lang="en-US" sz="1400" kern="2300" dirty="0" err="1">
                <a:latin typeface="Helvetica Now Display"/>
              </a:rPr>
              <a:t>euismod</a:t>
            </a:r>
            <a:r>
              <a:rPr lang="en-US" sz="1400" kern="2300" dirty="0">
                <a:latin typeface="Helvetica Now Display"/>
              </a:rPr>
              <a:t> </a:t>
            </a:r>
            <a:r>
              <a:rPr lang="en-US" sz="1400" kern="2300" dirty="0" err="1">
                <a:latin typeface="Helvetica Now Display"/>
              </a:rPr>
              <a:t>tincidunt</a:t>
            </a:r>
            <a:r>
              <a:rPr lang="en-US" sz="1400" kern="2300" dirty="0">
                <a:latin typeface="Helvetica Now Display"/>
              </a:rPr>
              <a:t> </a:t>
            </a:r>
            <a:r>
              <a:rPr lang="en-US" sz="1400" kern="2300" dirty="0" err="1">
                <a:latin typeface="Helvetica Now Display"/>
              </a:rPr>
              <a:t>ut</a:t>
            </a:r>
            <a:r>
              <a:rPr lang="en-US" sz="1400" kern="2300" dirty="0">
                <a:latin typeface="Helvetica Now Display"/>
              </a:rPr>
              <a:t> </a:t>
            </a:r>
            <a:r>
              <a:rPr lang="en-US" sz="1400" kern="2300" dirty="0" err="1">
                <a:latin typeface="Helvetica Now Display"/>
              </a:rPr>
              <a:t>laoreet</a:t>
            </a:r>
            <a:r>
              <a:rPr lang="en-US" sz="1400" kern="2300" dirty="0">
                <a:latin typeface="Helvetica Now Display"/>
              </a:rPr>
              <a:t> dolore magna </a:t>
            </a:r>
            <a:r>
              <a:rPr lang="en-US" sz="1400" kern="2300" dirty="0" err="1">
                <a:latin typeface="Helvetica Now Display"/>
              </a:rPr>
              <a:t>aliquam</a:t>
            </a:r>
            <a:r>
              <a:rPr lang="en-US" sz="1400" kern="2300" dirty="0">
                <a:latin typeface="Helvetica Now Display"/>
              </a:rPr>
              <a:t> </a:t>
            </a:r>
            <a:r>
              <a:rPr lang="en-US" sz="1400" kern="2300" dirty="0" err="1">
                <a:latin typeface="Helvetica Now Display"/>
              </a:rPr>
              <a:t>erat</a:t>
            </a:r>
            <a:r>
              <a:rPr lang="en-US" sz="1400" kern="2300" dirty="0">
                <a:latin typeface="Helvetica Now Display"/>
              </a:rPr>
              <a:t> </a:t>
            </a:r>
            <a:r>
              <a:rPr lang="en-US" sz="1400" kern="2300" dirty="0" err="1">
                <a:latin typeface="Helvetica Now Display"/>
              </a:rPr>
              <a:t>volutpat</a:t>
            </a:r>
            <a:r>
              <a:rPr lang="en-US" sz="1400" kern="2300" dirty="0">
                <a:latin typeface="Helvetica Now Display"/>
              </a:rPr>
              <a:t>. Ut </a:t>
            </a:r>
            <a:r>
              <a:rPr lang="en-US" sz="1400" kern="2300" dirty="0" err="1">
                <a:latin typeface="Helvetica Now Display"/>
              </a:rPr>
              <a:t>wisi</a:t>
            </a:r>
            <a:r>
              <a:rPr lang="en-US" sz="1400" kern="2300" dirty="0">
                <a:latin typeface="Helvetica Now Display"/>
              </a:rPr>
              <a:t> </a:t>
            </a:r>
            <a:r>
              <a:rPr lang="en-US" sz="1400" kern="2300" dirty="0" err="1">
                <a:latin typeface="Helvetica Now Display"/>
              </a:rPr>
              <a:t>enim</a:t>
            </a:r>
            <a:r>
              <a:rPr lang="en-US" sz="1400" kern="2300" dirty="0">
                <a:latin typeface="Helvetica Now Display"/>
              </a:rPr>
              <a:t> ad minim </a:t>
            </a:r>
            <a:r>
              <a:rPr lang="en-US" sz="1400" kern="2300" dirty="0" err="1">
                <a:latin typeface="Helvetica Now Display"/>
              </a:rPr>
              <a:t>veniam</a:t>
            </a:r>
            <a:r>
              <a:rPr lang="en-US" sz="1400" kern="2300" dirty="0">
                <a:latin typeface="Helvetica Now Display"/>
              </a:rPr>
              <a:t>, </a:t>
            </a:r>
            <a:r>
              <a:rPr lang="en-US" sz="1400" kern="2300" dirty="0" err="1">
                <a:latin typeface="Helvetica Now Display"/>
              </a:rPr>
              <a:t>quis</a:t>
            </a:r>
            <a:r>
              <a:rPr lang="en-US" sz="1400" kern="2300" dirty="0">
                <a:latin typeface="Helvetica Now Display"/>
              </a:rPr>
              <a:t> </a:t>
            </a:r>
            <a:r>
              <a:rPr lang="en-US" sz="1400" kern="2300" dirty="0" err="1">
                <a:latin typeface="Helvetica Now Display"/>
              </a:rPr>
              <a:t>nostrud</a:t>
            </a:r>
            <a:r>
              <a:rPr lang="en-US" sz="1400" kern="2300" dirty="0">
                <a:latin typeface="Helvetica Now Display"/>
              </a:rPr>
              <a:t> </a:t>
            </a:r>
            <a:r>
              <a:rPr lang="en-US" sz="1400" kern="2300" dirty="0" err="1">
                <a:latin typeface="Helvetica Now Display"/>
              </a:rPr>
              <a:t>exerci</a:t>
            </a:r>
            <a:r>
              <a:rPr lang="en-US" sz="1400" kern="2300" dirty="0">
                <a:latin typeface="Helvetica Now Display"/>
              </a:rPr>
              <a:t> </a:t>
            </a:r>
            <a:r>
              <a:rPr lang="en-US" sz="1400" kern="2300" dirty="0" err="1">
                <a:latin typeface="Helvetica Now Display"/>
              </a:rPr>
              <a:t>tation</a:t>
            </a:r>
            <a:r>
              <a:rPr lang="en-US" sz="1400" kern="2300" dirty="0">
                <a:latin typeface="Helvetica Now Display"/>
              </a:rPr>
              <a:t> </a:t>
            </a:r>
            <a:r>
              <a:rPr lang="en-US" sz="1400" kern="2300" dirty="0" err="1">
                <a:latin typeface="Helvetica Now Display"/>
              </a:rPr>
              <a:t>ullamcorper</a:t>
            </a:r>
            <a:r>
              <a:rPr lang="en-US" sz="1400" kern="2300" dirty="0">
                <a:latin typeface="Helvetica Now Display"/>
              </a:rPr>
              <a:t> </a:t>
            </a:r>
            <a:r>
              <a:rPr lang="en-US" sz="1400" kern="2300" dirty="0" err="1">
                <a:latin typeface="Helvetica Now Display"/>
              </a:rPr>
              <a:t>suscipit</a:t>
            </a:r>
            <a:r>
              <a:rPr lang="en-US" sz="1400" kern="2300" dirty="0">
                <a:latin typeface="Helvetica Now Display"/>
              </a:rPr>
              <a:t> </a:t>
            </a:r>
            <a:r>
              <a:rPr lang="en-US" sz="1400" kern="2300" dirty="0" err="1">
                <a:latin typeface="Helvetica Now Display"/>
              </a:rPr>
              <a:t>lobortis</a:t>
            </a:r>
            <a:r>
              <a:rPr lang="en-US" sz="1400" kern="2300" dirty="0">
                <a:latin typeface="Helvetica Now Display"/>
              </a:rPr>
              <a:t> </a:t>
            </a:r>
            <a:r>
              <a:rPr lang="en-US" sz="1400" kern="2300" dirty="0" err="1">
                <a:latin typeface="Helvetica Now Display"/>
              </a:rPr>
              <a:t>nisl</a:t>
            </a:r>
            <a:r>
              <a:rPr lang="en-US" sz="1400" kern="2300" dirty="0">
                <a:latin typeface="Helvetica Now Display"/>
              </a:rPr>
              <a:t> </a:t>
            </a:r>
            <a:r>
              <a:rPr lang="en-US" sz="1400" kern="2300" dirty="0" err="1">
                <a:latin typeface="Helvetica Now Display"/>
              </a:rPr>
              <a:t>ut</a:t>
            </a:r>
            <a:r>
              <a:rPr lang="en-US" sz="1400" kern="2300" dirty="0">
                <a:latin typeface="Helvetica Now Display"/>
              </a:rPr>
              <a:t> </a:t>
            </a:r>
            <a:r>
              <a:rPr lang="en-US" sz="1400" kern="2300" dirty="0" err="1">
                <a:latin typeface="Helvetica Now Display"/>
              </a:rPr>
              <a:t>aliquip</a:t>
            </a:r>
            <a:r>
              <a:rPr lang="en-US" sz="1400" kern="2300" dirty="0">
                <a:latin typeface="Helvetica Now Display"/>
              </a:rPr>
              <a:t> ex </a:t>
            </a:r>
            <a:r>
              <a:rPr lang="en-US" sz="1400" kern="2300" dirty="0" err="1">
                <a:latin typeface="Helvetica Now Display"/>
              </a:rPr>
              <a:t>ea</a:t>
            </a:r>
            <a:r>
              <a:rPr lang="en-US" sz="1400" kern="2300" dirty="0">
                <a:latin typeface="Helvetica Now Display"/>
              </a:rPr>
              <a:t> </a:t>
            </a:r>
            <a:r>
              <a:rPr lang="en-US" sz="1400" kern="2300" dirty="0" err="1">
                <a:latin typeface="Helvetica Now Display"/>
              </a:rPr>
              <a:t>commodo</a:t>
            </a:r>
            <a:r>
              <a:rPr lang="en-US" sz="1400" kern="2300" dirty="0">
                <a:latin typeface="Helvetica Now Display"/>
              </a:rPr>
              <a:t> </a:t>
            </a:r>
            <a:r>
              <a:rPr lang="en-US" sz="1400" kern="2300" dirty="0" err="1">
                <a:latin typeface="Helvetica Now Display"/>
              </a:rPr>
              <a:t>consequat</a:t>
            </a:r>
            <a:r>
              <a:rPr lang="en-US" sz="1400" kern="2300" dirty="0">
                <a:latin typeface="Helvetica Now Display"/>
              </a:rPr>
              <a:t>. Duis autem vel </a:t>
            </a:r>
            <a:r>
              <a:rPr lang="en-US" sz="1400" kern="2300" dirty="0" err="1">
                <a:latin typeface="Helvetica Now Display"/>
              </a:rPr>
              <a:t>eum</a:t>
            </a:r>
            <a:r>
              <a:rPr lang="en-US" sz="1400" kern="2300" dirty="0">
                <a:latin typeface="Helvetica Now Display"/>
              </a:rPr>
              <a:t> </a:t>
            </a:r>
            <a:r>
              <a:rPr lang="en-US" sz="1400" kern="2300" dirty="0" err="1">
                <a:latin typeface="Helvetica Now Display"/>
              </a:rPr>
              <a:t>iriure</a:t>
            </a:r>
            <a:r>
              <a:rPr lang="en-US" sz="1400" kern="2300" dirty="0">
                <a:latin typeface="Helvetica Now Display"/>
              </a:rPr>
              <a:t> dolor in </a:t>
            </a:r>
            <a:r>
              <a:rPr lang="en-US" sz="1400" kern="2300" dirty="0" err="1">
                <a:latin typeface="Helvetica Now Display"/>
              </a:rPr>
              <a:t>hendrerit</a:t>
            </a:r>
            <a:r>
              <a:rPr lang="en-US" sz="1400" kern="2300" dirty="0">
                <a:latin typeface="Helvetica Now Display"/>
              </a:rPr>
              <a:t> in </a:t>
            </a:r>
            <a:r>
              <a:rPr lang="en-US" sz="1400" kern="2300" dirty="0" err="1">
                <a:latin typeface="Helvetica Now Display"/>
              </a:rPr>
              <a:t>vulputate</a:t>
            </a:r>
            <a:r>
              <a:rPr lang="en-US" sz="1400" kern="2300" dirty="0">
                <a:latin typeface="Helvetica Now Display"/>
              </a:rPr>
              <a:t> </a:t>
            </a:r>
            <a:r>
              <a:rPr lang="en-US" sz="1400" kern="2300" dirty="0" err="1">
                <a:latin typeface="Helvetica Now Display"/>
              </a:rPr>
              <a:t>velit</a:t>
            </a:r>
            <a:r>
              <a:rPr lang="en-US" sz="1400" kern="2300" dirty="0">
                <a:latin typeface="Helvetica Now Display"/>
              </a:rPr>
              <a:t> </a:t>
            </a:r>
            <a:r>
              <a:rPr lang="en-US" sz="1400" kern="2300" dirty="0" err="1">
                <a:latin typeface="Helvetica Now Display"/>
              </a:rPr>
              <a:t>esse</a:t>
            </a:r>
            <a:r>
              <a:rPr lang="en-US" sz="1400" kern="2300" dirty="0">
                <a:latin typeface="Helvetica Now Display"/>
              </a:rPr>
              <a:t> </a:t>
            </a:r>
            <a:r>
              <a:rPr lang="en-US" sz="1400" kern="2300" dirty="0" err="1">
                <a:latin typeface="Helvetica Now Display"/>
              </a:rPr>
              <a:t>molestie</a:t>
            </a:r>
            <a:r>
              <a:rPr lang="en-US" sz="1400" kern="2300" dirty="0">
                <a:latin typeface="Helvetica Now Display"/>
              </a:rPr>
              <a:t> </a:t>
            </a:r>
            <a:r>
              <a:rPr lang="en-US" sz="1400" kern="2300" dirty="0" err="1">
                <a:latin typeface="Helvetica Now Display"/>
              </a:rPr>
              <a:t>consequat</a:t>
            </a:r>
            <a:r>
              <a:rPr lang="en-US" sz="1400" kern="2300" dirty="0">
                <a:latin typeface="Helvetica Now Display"/>
              </a:rPr>
              <a:t>, vel illum dolore </a:t>
            </a:r>
            <a:r>
              <a:rPr lang="en-US" sz="1400" kern="2300" dirty="0" err="1">
                <a:latin typeface="Helvetica Now Display"/>
              </a:rPr>
              <a:t>eu</a:t>
            </a:r>
            <a:r>
              <a:rPr lang="en-US" sz="1400" kern="2300" dirty="0">
                <a:latin typeface="Helvetica Now Display"/>
              </a:rPr>
              <a:t> </a:t>
            </a:r>
            <a:r>
              <a:rPr lang="en-US" sz="1400" kern="2300" dirty="0" err="1">
                <a:latin typeface="Helvetica Now Display"/>
              </a:rPr>
              <a:t>feugiat</a:t>
            </a:r>
            <a:r>
              <a:rPr lang="en-US" sz="1400" kern="2300" dirty="0">
                <a:latin typeface="Helvetica Now Display"/>
              </a:rPr>
              <a:t> </a:t>
            </a:r>
            <a:r>
              <a:rPr lang="en-US" sz="1400" kern="2300" dirty="0" err="1">
                <a:latin typeface="Helvetica Now Display"/>
              </a:rPr>
              <a:t>nulla</a:t>
            </a:r>
            <a:r>
              <a:rPr lang="en-US" sz="1400" kern="2300" dirty="0">
                <a:latin typeface="Helvetica Now Display"/>
              </a:rPr>
              <a:t> </a:t>
            </a:r>
            <a:r>
              <a:rPr lang="en-US" sz="1400" kern="2300" dirty="0" err="1">
                <a:latin typeface="Helvetica Now Display"/>
              </a:rPr>
              <a:t>facilisis</a:t>
            </a:r>
            <a:r>
              <a:rPr lang="en-US" sz="1400" kern="2300" dirty="0">
                <a:latin typeface="Helvetica Now Display"/>
              </a:rPr>
              <a:t> at </a:t>
            </a:r>
            <a:r>
              <a:rPr lang="en-US" sz="1400" kern="2300" dirty="0" err="1">
                <a:latin typeface="Helvetica Now Display"/>
              </a:rPr>
              <a:t>vero</a:t>
            </a:r>
            <a:r>
              <a:rPr lang="en-US" sz="1400" kern="2300" dirty="0">
                <a:latin typeface="Helvetica Now Display"/>
              </a:rPr>
              <a:t> eros et </a:t>
            </a:r>
            <a:r>
              <a:rPr lang="en-US" sz="1400" kern="2300" dirty="0" err="1">
                <a:latin typeface="Helvetica Now Display"/>
              </a:rPr>
              <a:t>accumsan</a:t>
            </a:r>
            <a:r>
              <a:rPr lang="en-US" sz="1400" kern="2300" dirty="0">
                <a:latin typeface="Helvetica Now Display"/>
              </a:rPr>
              <a:t> et </a:t>
            </a:r>
            <a:r>
              <a:rPr lang="en-US" sz="1400" kern="2300" dirty="0" err="1">
                <a:latin typeface="Helvetica Now Display"/>
              </a:rPr>
              <a:t>iusto</a:t>
            </a:r>
            <a:r>
              <a:rPr lang="en-US" sz="1400" kern="2300" dirty="0">
                <a:latin typeface="Helvetica Now Display"/>
              </a:rPr>
              <a:t> </a:t>
            </a:r>
            <a:r>
              <a:rPr lang="en-US" sz="1400" kern="2300" dirty="0" err="1">
                <a:latin typeface="Helvetica Now Display"/>
              </a:rPr>
              <a:t>odio</a:t>
            </a:r>
            <a:r>
              <a:rPr lang="en-US" sz="1400" kern="2300" dirty="0">
                <a:latin typeface="Helvetica Now Display"/>
              </a:rPr>
              <a:t> </a:t>
            </a:r>
            <a:r>
              <a:rPr lang="en-US" sz="1400" kern="2300" dirty="0" err="1">
                <a:latin typeface="Helvetica Now Display"/>
              </a:rPr>
              <a:t>dignissim</a:t>
            </a:r>
            <a:r>
              <a:rPr lang="en-US" sz="1400" kern="2300" dirty="0">
                <a:latin typeface="Helvetica Now Display"/>
              </a:rPr>
              <a:t> qui </a:t>
            </a:r>
            <a:r>
              <a:rPr lang="en-US" sz="1400" kern="2300" dirty="0" err="1">
                <a:latin typeface="Helvetica Now Display"/>
              </a:rPr>
              <a:t>blandit</a:t>
            </a:r>
            <a:r>
              <a:rPr lang="en-US" sz="1400" kern="2300" dirty="0">
                <a:latin typeface="Helvetica Now Display"/>
              </a:rPr>
              <a:t> </a:t>
            </a:r>
            <a:r>
              <a:rPr lang="en-US" sz="1400" kern="2300" dirty="0" err="1">
                <a:latin typeface="Helvetica Now Display"/>
              </a:rPr>
              <a:t>praesent</a:t>
            </a:r>
            <a:r>
              <a:rPr lang="en-US" sz="1400" kern="2300" dirty="0">
                <a:latin typeface="Helvetica Now Display"/>
              </a:rPr>
              <a:t> </a:t>
            </a:r>
            <a:r>
              <a:rPr lang="en-US" sz="1400" kern="2300" dirty="0" err="1">
                <a:latin typeface="Helvetica Now Display"/>
              </a:rPr>
              <a:t>luptatum</a:t>
            </a:r>
            <a:r>
              <a:rPr lang="en-US" sz="1400" kern="2300" dirty="0">
                <a:latin typeface="Helvetica Now Display"/>
              </a:rPr>
              <a:t> </a:t>
            </a:r>
            <a:r>
              <a:rPr lang="en-US" sz="1400" kern="2300" dirty="0" err="1">
                <a:latin typeface="Helvetica Now Display"/>
              </a:rPr>
              <a:t>zzril</a:t>
            </a:r>
            <a:r>
              <a:rPr lang="en-US" sz="1400" kern="2300" dirty="0">
                <a:latin typeface="Helvetica Now Display"/>
              </a:rPr>
              <a:t> </a:t>
            </a:r>
            <a:r>
              <a:rPr lang="en-US" sz="1400" kern="2300" dirty="0" err="1">
                <a:latin typeface="Helvetica Now Display"/>
              </a:rPr>
              <a:t>delenit</a:t>
            </a:r>
            <a:r>
              <a:rPr lang="en-US" sz="1400" kern="2300" dirty="0">
                <a:latin typeface="Helvetica Now Display"/>
              </a:rPr>
              <a:t> </a:t>
            </a:r>
            <a:r>
              <a:rPr lang="en-US" sz="1400" kern="2300" dirty="0" err="1">
                <a:latin typeface="Helvetica Now Display"/>
              </a:rPr>
              <a:t>augue</a:t>
            </a:r>
            <a:r>
              <a:rPr lang="en-US" sz="1400" kern="2300" dirty="0">
                <a:latin typeface="Helvetica Now Display"/>
              </a:rPr>
              <a:t> </a:t>
            </a:r>
            <a:r>
              <a:rPr lang="en-US" sz="1400" kern="2300" dirty="0" err="1">
                <a:latin typeface="Helvetica Now Display"/>
              </a:rPr>
              <a:t>duis</a:t>
            </a:r>
            <a:r>
              <a:rPr lang="en-US" sz="1400" kern="2300" dirty="0">
                <a:latin typeface="Helvetica Now Display"/>
              </a:rPr>
              <a:t> dolore </a:t>
            </a:r>
            <a:r>
              <a:rPr lang="en-US" sz="1400" kern="2300" dirty="0" err="1">
                <a:latin typeface="Helvetica Now Display"/>
              </a:rPr>
              <a:t>te</a:t>
            </a:r>
            <a:r>
              <a:rPr lang="en-US" sz="1400" kern="2300" dirty="0">
                <a:latin typeface="Helvetica Now Display"/>
              </a:rPr>
              <a:t> </a:t>
            </a:r>
            <a:r>
              <a:rPr lang="en-US" sz="1400" kern="2300" dirty="0" err="1">
                <a:latin typeface="Helvetica Now Display"/>
              </a:rPr>
              <a:t>feugait</a:t>
            </a:r>
            <a:r>
              <a:rPr lang="en-US" sz="1400" kern="2300" dirty="0">
                <a:latin typeface="Helvetica Now Display"/>
              </a:rPr>
              <a:t> </a:t>
            </a:r>
            <a:r>
              <a:rPr lang="en-US" sz="1400" kern="2300" dirty="0" err="1">
                <a:latin typeface="Helvetica Now Display"/>
              </a:rPr>
              <a:t>nulla</a:t>
            </a:r>
            <a:r>
              <a:rPr lang="en-US" sz="1400" kern="2300" dirty="0">
                <a:latin typeface="Helvetica Now Display"/>
              </a:rPr>
              <a:t> </a:t>
            </a:r>
            <a:r>
              <a:rPr lang="en-US" sz="1400" kern="2300" dirty="0" err="1">
                <a:latin typeface="Helvetica Now Display"/>
              </a:rPr>
              <a:t>facilisi</a:t>
            </a:r>
            <a:r>
              <a:rPr lang="en-US" sz="1400" kern="2300" dirty="0">
                <a:latin typeface="Helvetica Now Display"/>
              </a:rPr>
              <a:t>.</a:t>
            </a:r>
          </a:p>
          <a:p>
            <a:pPr defTabSz="731520"/>
            <a:r>
              <a:rPr lang="en-US" sz="1400" kern="2300" dirty="0">
                <a:latin typeface="Helvetica Now Display"/>
              </a:rPr>
              <a:t>Lorem ipsum dolor sit </a:t>
            </a:r>
            <a:r>
              <a:rPr lang="en-US" sz="1400" kern="2300" dirty="0" err="1">
                <a:latin typeface="Helvetica Now Display"/>
              </a:rPr>
              <a:t>amet</a:t>
            </a:r>
            <a:r>
              <a:rPr lang="en-US" sz="1400" kern="2300" dirty="0">
                <a:latin typeface="Helvetica Now Display"/>
              </a:rPr>
              <a:t>, cons </a:t>
            </a:r>
            <a:r>
              <a:rPr lang="en-US" sz="1400" kern="2300" dirty="0" err="1">
                <a:latin typeface="Helvetica Now Display"/>
              </a:rPr>
              <a:t>ectetuer</a:t>
            </a:r>
            <a:r>
              <a:rPr lang="en-US" sz="1400" kern="2300" dirty="0">
                <a:latin typeface="Helvetica Now Display"/>
              </a:rPr>
              <a:t> </a:t>
            </a:r>
            <a:r>
              <a:rPr lang="en-US" sz="1400" kern="2300" dirty="0" err="1">
                <a:latin typeface="Helvetica Now Display"/>
              </a:rPr>
              <a:t>adipiscing</a:t>
            </a:r>
            <a:r>
              <a:rPr lang="en-US" sz="1400" kern="2300" dirty="0">
                <a:latin typeface="Helvetica Now Display"/>
              </a:rPr>
              <a:t> </a:t>
            </a:r>
            <a:r>
              <a:rPr lang="en-US" sz="1400" kern="2300" dirty="0" err="1">
                <a:latin typeface="Helvetica Now Display"/>
              </a:rPr>
              <a:t>elit</a:t>
            </a:r>
            <a:r>
              <a:rPr lang="en-US" sz="1400" kern="2300" dirty="0">
                <a:latin typeface="Helvetica Now Display"/>
              </a:rPr>
              <a:t>, sed diam </a:t>
            </a:r>
            <a:r>
              <a:rPr lang="en-US" sz="1400" kern="2300" dirty="0" err="1">
                <a:latin typeface="Helvetica Now Display"/>
              </a:rPr>
              <a:t>nonummy</a:t>
            </a:r>
            <a:r>
              <a:rPr lang="en-US" sz="1400" kern="2300" dirty="0">
                <a:latin typeface="Helvetica Now Display"/>
              </a:rPr>
              <a:t> </a:t>
            </a:r>
            <a:r>
              <a:rPr lang="en-US" sz="1400" kern="2300" dirty="0" err="1">
                <a:latin typeface="Helvetica Now Display"/>
              </a:rPr>
              <a:t>nibh</a:t>
            </a:r>
            <a:r>
              <a:rPr lang="en-US" sz="1400" kern="2300" dirty="0">
                <a:latin typeface="Helvetica Now Display"/>
              </a:rPr>
              <a:t> </a:t>
            </a:r>
            <a:r>
              <a:rPr lang="en-US" sz="1400" kern="2300" dirty="0" err="1">
                <a:latin typeface="Helvetica Now Display"/>
              </a:rPr>
              <a:t>euismod</a:t>
            </a:r>
            <a:r>
              <a:rPr lang="en-US" sz="1400" kern="2300" dirty="0">
                <a:latin typeface="Helvetica Now Display"/>
              </a:rPr>
              <a:t> </a:t>
            </a:r>
            <a:r>
              <a:rPr lang="en-US" sz="1400" kern="2300" dirty="0" err="1">
                <a:latin typeface="Helvetica Now Display"/>
              </a:rPr>
              <a:t>tincidunt</a:t>
            </a:r>
            <a:r>
              <a:rPr lang="en-US" sz="1400" kern="2300" dirty="0">
                <a:latin typeface="Helvetica Now Display"/>
              </a:rPr>
              <a:t> </a:t>
            </a:r>
            <a:r>
              <a:rPr lang="en-US" sz="1400" kern="2300" dirty="0" err="1">
                <a:latin typeface="Helvetica Now Display"/>
              </a:rPr>
              <a:t>ut</a:t>
            </a:r>
            <a:r>
              <a:rPr lang="en-US" sz="1400" kern="2300" dirty="0">
                <a:latin typeface="Helvetica Now Display"/>
              </a:rPr>
              <a:t> </a:t>
            </a:r>
            <a:r>
              <a:rPr lang="en-US" sz="1400" kern="2300" dirty="0" err="1">
                <a:latin typeface="Helvetica Now Display"/>
              </a:rPr>
              <a:t>laoreet</a:t>
            </a:r>
            <a:r>
              <a:rPr lang="en-US" sz="1400" kern="2300" dirty="0">
                <a:latin typeface="Helvetica Now Display"/>
              </a:rPr>
              <a:t> dolore magna </a:t>
            </a:r>
            <a:r>
              <a:rPr lang="en-US" sz="1400" kern="2300" dirty="0" err="1">
                <a:latin typeface="Helvetica Now Display"/>
              </a:rPr>
              <a:t>aliquam</a:t>
            </a:r>
            <a:r>
              <a:rPr lang="en-US" sz="1400" kern="2300" dirty="0">
                <a:latin typeface="Helvetica Now Display"/>
              </a:rPr>
              <a:t> </a:t>
            </a:r>
            <a:r>
              <a:rPr lang="en-US" sz="1400" kern="2300" dirty="0" err="1">
                <a:latin typeface="Helvetica Now Display"/>
              </a:rPr>
              <a:t>erat</a:t>
            </a:r>
            <a:r>
              <a:rPr lang="en-US" sz="1400" kern="2300" dirty="0">
                <a:latin typeface="Helvetica Now Display"/>
              </a:rPr>
              <a:t> </a:t>
            </a:r>
            <a:r>
              <a:rPr lang="en-US" sz="1400" kern="2300" dirty="0" err="1">
                <a:latin typeface="Helvetica Now Display"/>
              </a:rPr>
              <a:t>volutpat</a:t>
            </a:r>
            <a:r>
              <a:rPr lang="en-US" sz="1400" kern="2300" dirty="0">
                <a:latin typeface="Helvetica Now Display"/>
              </a:rPr>
              <a:t>. Ut </a:t>
            </a:r>
            <a:r>
              <a:rPr lang="en-US" sz="1400" kern="2300" dirty="0" err="1">
                <a:latin typeface="Helvetica Now Display"/>
              </a:rPr>
              <a:t>wisi</a:t>
            </a:r>
            <a:r>
              <a:rPr lang="en-US" sz="1400" kern="2300" dirty="0">
                <a:latin typeface="Helvetica Now Display"/>
              </a:rPr>
              <a:t> </a:t>
            </a:r>
            <a:r>
              <a:rPr lang="en-US" sz="1400" kern="2300" dirty="0" err="1">
                <a:latin typeface="Helvetica Now Display"/>
              </a:rPr>
              <a:t>enim</a:t>
            </a:r>
            <a:r>
              <a:rPr lang="en-US" sz="1400" kern="2300" dirty="0">
                <a:latin typeface="Helvetica Now Display"/>
              </a:rPr>
              <a:t> ad minim </a:t>
            </a:r>
            <a:r>
              <a:rPr lang="en-US" sz="1400" kern="2300" dirty="0" err="1">
                <a:latin typeface="Helvetica Now Display"/>
              </a:rPr>
              <a:t>veniam</a:t>
            </a:r>
            <a:r>
              <a:rPr lang="en-US" sz="1400" kern="2300" dirty="0">
                <a:latin typeface="Helvetica Now Display"/>
              </a:rPr>
              <a:t>, </a:t>
            </a:r>
            <a:r>
              <a:rPr lang="en-US" sz="1400" kern="2300" dirty="0" err="1">
                <a:latin typeface="Helvetica Now Display"/>
              </a:rPr>
              <a:t>quis</a:t>
            </a:r>
            <a:r>
              <a:rPr lang="en-US" sz="1400" kern="2300" dirty="0">
                <a:latin typeface="Helvetica Now Display"/>
              </a:rPr>
              <a:t> </a:t>
            </a:r>
            <a:r>
              <a:rPr lang="en-US" sz="1400" kern="2300" dirty="0" err="1">
                <a:latin typeface="Helvetica Now Display"/>
              </a:rPr>
              <a:t>nostrud</a:t>
            </a:r>
            <a:r>
              <a:rPr lang="en-US" sz="1400" kern="2300" dirty="0">
                <a:latin typeface="Helvetica Now Display"/>
              </a:rPr>
              <a:t> </a:t>
            </a:r>
            <a:r>
              <a:rPr lang="en-US" sz="1400" kern="2300" dirty="0" err="1">
                <a:latin typeface="Helvetica Now Display"/>
              </a:rPr>
              <a:t>exerci</a:t>
            </a:r>
            <a:r>
              <a:rPr lang="en-US" sz="1400" kern="2300" dirty="0">
                <a:latin typeface="Helvetica Now Display"/>
              </a:rPr>
              <a:t> </a:t>
            </a:r>
            <a:r>
              <a:rPr lang="en-US" sz="1400" kern="2300" dirty="0" err="1">
                <a:latin typeface="Helvetica Now Display"/>
              </a:rPr>
              <a:t>tation</a:t>
            </a:r>
            <a:r>
              <a:rPr lang="en-US" sz="1400" kern="2300" dirty="0">
                <a:latin typeface="Helvetica Now Display"/>
              </a:rPr>
              <a:t> </a:t>
            </a:r>
            <a:r>
              <a:rPr lang="en-US" sz="1400" kern="2300" dirty="0" err="1">
                <a:latin typeface="Helvetica Now Display"/>
              </a:rPr>
              <a:t>ullamcorper</a:t>
            </a:r>
            <a:r>
              <a:rPr lang="en-US" sz="1400" kern="2300" dirty="0">
                <a:latin typeface="Helvetica Now Display"/>
              </a:rPr>
              <a:t> </a:t>
            </a:r>
            <a:r>
              <a:rPr lang="en-US" sz="1400" kern="2300" dirty="0" err="1">
                <a:latin typeface="Helvetica Now Display"/>
              </a:rPr>
              <a:t>suscipit</a:t>
            </a:r>
            <a:r>
              <a:rPr lang="en-US" sz="1400" kern="2300" dirty="0">
                <a:latin typeface="Helvetica Now Display"/>
              </a:rPr>
              <a:t> </a:t>
            </a:r>
            <a:r>
              <a:rPr lang="en-US" sz="1400" kern="2300" dirty="0" err="1">
                <a:latin typeface="Helvetica Now Display"/>
              </a:rPr>
              <a:t>lobortis</a:t>
            </a:r>
            <a:r>
              <a:rPr lang="en-US" sz="1400" kern="2300" dirty="0">
                <a:latin typeface="Helvetica Now Display"/>
              </a:rPr>
              <a:t> </a:t>
            </a:r>
            <a:r>
              <a:rPr lang="en-US" sz="1400" kern="2300" dirty="0" err="1">
                <a:latin typeface="Helvetica Now Display"/>
              </a:rPr>
              <a:t>nisl</a:t>
            </a:r>
            <a:r>
              <a:rPr lang="en-US" sz="1400" kern="2300" dirty="0">
                <a:latin typeface="Helvetica Now Display"/>
              </a:rPr>
              <a:t> </a:t>
            </a:r>
            <a:r>
              <a:rPr lang="en-US" sz="1400" kern="2300" dirty="0" err="1">
                <a:latin typeface="Helvetica Now Display"/>
              </a:rPr>
              <a:t>ut</a:t>
            </a:r>
            <a:r>
              <a:rPr lang="en-US" sz="1400" kern="2300" dirty="0">
                <a:latin typeface="Helvetica Now Display"/>
              </a:rPr>
              <a:t> </a:t>
            </a:r>
            <a:r>
              <a:rPr lang="en-US" sz="1400" kern="2300" dirty="0" err="1">
                <a:latin typeface="Helvetica Now Display"/>
              </a:rPr>
              <a:t>aliquip</a:t>
            </a:r>
            <a:r>
              <a:rPr lang="en-US" sz="1400" kern="2300" dirty="0">
                <a:latin typeface="Helvetica Now Display"/>
              </a:rPr>
              <a:t> ex </a:t>
            </a:r>
            <a:r>
              <a:rPr lang="en-US" sz="1400" kern="2300" dirty="0" err="1">
                <a:latin typeface="Helvetica Now Display"/>
              </a:rPr>
              <a:t>ea</a:t>
            </a:r>
            <a:r>
              <a:rPr lang="en-US" sz="1400" kern="2300" dirty="0">
                <a:latin typeface="Helvetica Now Display"/>
              </a:rPr>
              <a:t> </a:t>
            </a:r>
            <a:r>
              <a:rPr lang="en-US" sz="1400" kern="2300" dirty="0" err="1">
                <a:latin typeface="Helvetica Now Display"/>
              </a:rPr>
              <a:t>commodo</a:t>
            </a:r>
            <a:r>
              <a:rPr lang="en-US" sz="1400" kern="2300" dirty="0">
                <a:latin typeface="Helvetica Now Display"/>
              </a:rPr>
              <a:t> </a:t>
            </a:r>
            <a:r>
              <a:rPr lang="en-US" sz="1400" kern="2300" dirty="0" err="1">
                <a:latin typeface="Helvetica Now Display"/>
              </a:rPr>
              <a:t>consequat</a:t>
            </a:r>
            <a:r>
              <a:rPr lang="en-US" sz="1400" kern="2300" dirty="0">
                <a:latin typeface="Helvetica Now Display"/>
              </a:rPr>
              <a:t>.</a:t>
            </a:r>
          </a:p>
          <a:p>
            <a:pPr defTabSz="731520"/>
            <a:r>
              <a:rPr lang="en-US" sz="1400" kern="2300" dirty="0">
                <a:latin typeface="Helvetica Now Display"/>
              </a:rPr>
              <a:t>Lorem ipsum dolor sit </a:t>
            </a:r>
            <a:r>
              <a:rPr lang="en-US" sz="1400" kern="2300" dirty="0" err="1">
                <a:latin typeface="Helvetica Now Display"/>
              </a:rPr>
              <a:t>amet</a:t>
            </a:r>
            <a:r>
              <a:rPr lang="en-US" sz="1400" kern="2300" dirty="0">
                <a:latin typeface="Helvetica Now Display"/>
              </a:rPr>
              <a:t>, </a:t>
            </a:r>
            <a:r>
              <a:rPr lang="en-US" sz="1400" kern="2300" dirty="0" err="1">
                <a:latin typeface="Helvetica Now Display"/>
              </a:rPr>
              <a:t>consectetuer</a:t>
            </a:r>
            <a:r>
              <a:rPr lang="en-US" sz="1400" kern="2300" dirty="0">
                <a:latin typeface="Helvetica Now Display"/>
              </a:rPr>
              <a:t> </a:t>
            </a:r>
            <a:r>
              <a:rPr lang="en-US" sz="1400" kern="2300" dirty="0" err="1">
                <a:latin typeface="Helvetica Now Display"/>
              </a:rPr>
              <a:t>adipiscing</a:t>
            </a:r>
            <a:r>
              <a:rPr lang="en-US" sz="1400" kern="2300" dirty="0">
                <a:latin typeface="Helvetica Now Display"/>
              </a:rPr>
              <a:t> </a:t>
            </a:r>
            <a:r>
              <a:rPr lang="en-US" sz="1400" kern="2300" dirty="0" err="1">
                <a:latin typeface="Helvetica Now Display"/>
              </a:rPr>
              <a:t>elit</a:t>
            </a:r>
            <a:r>
              <a:rPr lang="en-US" sz="1400" kern="2300" dirty="0">
                <a:latin typeface="Helvetica Now Display"/>
              </a:rPr>
              <a:t>, sed diam </a:t>
            </a:r>
            <a:r>
              <a:rPr lang="en-US" sz="1400" kern="2300" dirty="0" err="1">
                <a:latin typeface="Helvetica Now Display"/>
              </a:rPr>
              <a:t>nonummy</a:t>
            </a:r>
            <a:r>
              <a:rPr lang="en-US" sz="1400" kern="2300" dirty="0">
                <a:latin typeface="Helvetica Now Display"/>
              </a:rPr>
              <a:t> </a:t>
            </a:r>
            <a:r>
              <a:rPr lang="en-US" sz="1400" kern="2300" dirty="0" err="1">
                <a:latin typeface="Helvetica Now Display"/>
              </a:rPr>
              <a:t>nibh</a:t>
            </a:r>
            <a:r>
              <a:rPr lang="en-US" sz="1400" kern="2300" dirty="0">
                <a:latin typeface="Helvetica Now Display"/>
              </a:rPr>
              <a:t> </a:t>
            </a:r>
            <a:r>
              <a:rPr lang="en-US" sz="1400" kern="2300" dirty="0" err="1">
                <a:latin typeface="Helvetica Now Display"/>
              </a:rPr>
              <a:t>euismod</a:t>
            </a:r>
            <a:r>
              <a:rPr lang="en-US" sz="1400" kern="2300" dirty="0">
                <a:latin typeface="Helvetica Now Display"/>
              </a:rPr>
              <a:t> </a:t>
            </a:r>
            <a:r>
              <a:rPr lang="en-US" sz="1400" kern="2300" dirty="0" err="1">
                <a:latin typeface="Helvetica Now Display"/>
              </a:rPr>
              <a:t>tincidunt</a:t>
            </a:r>
            <a:r>
              <a:rPr lang="en-US" sz="1400" kern="2300" dirty="0">
                <a:latin typeface="Helvetica Now Display"/>
              </a:rPr>
              <a:t> </a:t>
            </a:r>
            <a:r>
              <a:rPr lang="en-US" sz="1400" kern="2300" dirty="0" err="1">
                <a:latin typeface="Helvetica Now Display"/>
              </a:rPr>
              <a:t>ut</a:t>
            </a:r>
            <a:r>
              <a:rPr lang="en-US" sz="1400" kern="2300" dirty="0">
                <a:latin typeface="Helvetica Now Display"/>
              </a:rPr>
              <a:t> </a:t>
            </a:r>
            <a:r>
              <a:rPr lang="en-US" sz="1400" kern="2300" dirty="0" err="1">
                <a:latin typeface="Helvetica Now Display"/>
              </a:rPr>
              <a:t>laoreet</a:t>
            </a:r>
            <a:r>
              <a:rPr lang="en-US" sz="1400" kern="2300" dirty="0">
                <a:latin typeface="Helvetica Now Display"/>
              </a:rPr>
              <a:t> dolore magna </a:t>
            </a:r>
            <a:r>
              <a:rPr lang="en-US" sz="1400" kern="2300" dirty="0" err="1">
                <a:latin typeface="Helvetica Now Display"/>
              </a:rPr>
              <a:t>aliquam</a:t>
            </a:r>
            <a:r>
              <a:rPr lang="en-US" sz="1400" kern="2300" dirty="0">
                <a:latin typeface="Helvetica Now Display"/>
              </a:rPr>
              <a:t> </a:t>
            </a:r>
            <a:r>
              <a:rPr lang="en-US" sz="1400" kern="2300" dirty="0" err="1">
                <a:latin typeface="Helvetica Now Display"/>
              </a:rPr>
              <a:t>erat</a:t>
            </a:r>
            <a:r>
              <a:rPr lang="en-US" sz="1400" kern="2300" dirty="0">
                <a:latin typeface="Helvetica Now Display"/>
              </a:rPr>
              <a:t> </a:t>
            </a:r>
            <a:r>
              <a:rPr lang="en-US" sz="1400" kern="2300" dirty="0" err="1">
                <a:latin typeface="Helvetica Now Display"/>
              </a:rPr>
              <a:t>volutpat</a:t>
            </a:r>
            <a:r>
              <a:rPr lang="en-US" sz="1400" kern="2300" dirty="0">
                <a:latin typeface="Helvetica Now Display"/>
              </a:rPr>
              <a:t>. Ut </a:t>
            </a:r>
            <a:r>
              <a:rPr lang="en-US" sz="1400" kern="2300" dirty="0" err="1">
                <a:latin typeface="Helvetica Now Display"/>
              </a:rPr>
              <a:t>wisi</a:t>
            </a:r>
            <a:r>
              <a:rPr lang="en-US" sz="1400" kern="2300" dirty="0">
                <a:latin typeface="Helvetica Now Display"/>
              </a:rPr>
              <a:t> </a:t>
            </a:r>
            <a:r>
              <a:rPr lang="en-US" sz="1400" kern="2300" dirty="0" err="1">
                <a:latin typeface="Helvetica Now Display"/>
              </a:rPr>
              <a:t>enim</a:t>
            </a:r>
            <a:r>
              <a:rPr lang="en-US" sz="1400" kern="2300" dirty="0">
                <a:latin typeface="Helvetica Now Display"/>
              </a:rPr>
              <a:t> ad minim </a:t>
            </a:r>
            <a:r>
              <a:rPr lang="en-US" sz="1400" kern="2300" dirty="0" err="1">
                <a:latin typeface="Helvetica Now Display"/>
              </a:rPr>
              <a:t>veniam</a:t>
            </a:r>
            <a:r>
              <a:rPr lang="en-US" sz="1400" kern="2300" dirty="0">
                <a:latin typeface="Helvetica Now Display"/>
              </a:rPr>
              <a:t>, </a:t>
            </a:r>
            <a:r>
              <a:rPr lang="en-US" sz="1400" kern="2300" dirty="0" err="1">
                <a:latin typeface="Helvetica Now Display"/>
              </a:rPr>
              <a:t>quis</a:t>
            </a:r>
            <a:r>
              <a:rPr lang="en-US" sz="1400" kern="2300" dirty="0">
                <a:latin typeface="Helvetica Now Display"/>
              </a:rPr>
              <a:t> </a:t>
            </a:r>
            <a:r>
              <a:rPr lang="en-US" sz="1400" kern="2300" dirty="0" err="1">
                <a:latin typeface="Helvetica Now Display"/>
              </a:rPr>
              <a:t>nostrud</a:t>
            </a:r>
            <a:r>
              <a:rPr lang="en-US" sz="1400" kern="2300" dirty="0">
                <a:latin typeface="Helvetica Now Display"/>
              </a:rPr>
              <a:t> </a:t>
            </a:r>
            <a:r>
              <a:rPr lang="en-US" sz="1400" kern="2300" dirty="0" err="1">
                <a:latin typeface="Helvetica Now Display"/>
              </a:rPr>
              <a:t>exerci</a:t>
            </a:r>
            <a:r>
              <a:rPr lang="en-US" sz="1400" kern="2300" dirty="0">
                <a:latin typeface="Helvetica Now Display"/>
              </a:rPr>
              <a:t> </a:t>
            </a:r>
            <a:r>
              <a:rPr lang="en-US" sz="1400" kern="2300" dirty="0" err="1">
                <a:latin typeface="Helvetica Now Display"/>
              </a:rPr>
              <a:t>tation</a:t>
            </a:r>
            <a:r>
              <a:rPr lang="en-US" sz="1400" kern="2300" dirty="0">
                <a:latin typeface="Helvetica Now Display"/>
              </a:rPr>
              <a:t> </a:t>
            </a:r>
            <a:r>
              <a:rPr lang="en-US" sz="1400" kern="2300" dirty="0" err="1">
                <a:latin typeface="Helvetica Now Display"/>
              </a:rPr>
              <a:t>ullamcorper</a:t>
            </a:r>
            <a:r>
              <a:rPr lang="en-US" sz="1400" kern="2300" dirty="0">
                <a:latin typeface="Helvetica Now Display"/>
              </a:rPr>
              <a:t> </a:t>
            </a:r>
            <a:r>
              <a:rPr lang="en-US" sz="1400" kern="2300" dirty="0" err="1">
                <a:latin typeface="Helvetica Now Display"/>
              </a:rPr>
              <a:t>suscipit</a:t>
            </a:r>
            <a:r>
              <a:rPr lang="en-US" sz="1400" kern="2300" dirty="0">
                <a:latin typeface="Helvetica Now Display"/>
              </a:rPr>
              <a:t> </a:t>
            </a:r>
            <a:r>
              <a:rPr lang="en-US" sz="1400" kern="2300" dirty="0" err="1">
                <a:latin typeface="Helvetica Now Display"/>
              </a:rPr>
              <a:t>lobortis</a:t>
            </a:r>
            <a:r>
              <a:rPr lang="en-US" sz="1400" kern="2300" dirty="0">
                <a:latin typeface="Helvetica Now Display"/>
              </a:rPr>
              <a:t> </a:t>
            </a:r>
            <a:r>
              <a:rPr lang="en-US" sz="1400" kern="2300" dirty="0" err="1">
                <a:latin typeface="Helvetica Now Display"/>
              </a:rPr>
              <a:t>nisl</a:t>
            </a:r>
            <a:r>
              <a:rPr lang="en-US" sz="1400" kern="2300" dirty="0">
                <a:latin typeface="Helvetica Now Display"/>
              </a:rPr>
              <a:t> </a:t>
            </a:r>
            <a:r>
              <a:rPr lang="en-US" sz="1400" kern="2300" dirty="0" err="1">
                <a:latin typeface="Helvetica Now Display"/>
              </a:rPr>
              <a:t>ut</a:t>
            </a:r>
            <a:r>
              <a:rPr lang="en-US" sz="1400" kern="2300" dirty="0">
                <a:latin typeface="Helvetica Now Display"/>
              </a:rPr>
              <a:t> </a:t>
            </a:r>
            <a:r>
              <a:rPr lang="en-US" sz="1400" kern="2300" dirty="0" err="1">
                <a:latin typeface="Helvetica Now Display"/>
              </a:rPr>
              <a:t>aliquip</a:t>
            </a:r>
            <a:r>
              <a:rPr lang="en-US" sz="1400" kern="2300" dirty="0">
                <a:latin typeface="Helvetica Now Display"/>
              </a:rPr>
              <a:t> ex </a:t>
            </a:r>
            <a:r>
              <a:rPr lang="en-US" sz="1400" kern="2300" dirty="0" err="1">
                <a:latin typeface="Helvetica Now Display"/>
              </a:rPr>
              <a:t>ea</a:t>
            </a:r>
            <a:r>
              <a:rPr lang="en-US" sz="1400" kern="2300" dirty="0">
                <a:latin typeface="Helvetica Now Display"/>
              </a:rPr>
              <a:t> </a:t>
            </a:r>
            <a:r>
              <a:rPr lang="en-US" sz="1400" kern="2300" dirty="0" err="1">
                <a:latin typeface="Helvetica Now Display"/>
              </a:rPr>
              <a:t>commodo</a:t>
            </a:r>
            <a:r>
              <a:rPr lang="en-US" sz="1400" kern="2300" dirty="0">
                <a:latin typeface="Helvetica Now Display"/>
              </a:rPr>
              <a:t> </a:t>
            </a:r>
            <a:r>
              <a:rPr lang="en-US" sz="1400" kern="2300" dirty="0" err="1">
                <a:latin typeface="Helvetica Now Display"/>
              </a:rPr>
              <a:t>consequat</a:t>
            </a:r>
            <a:r>
              <a:rPr lang="en-US" sz="1400" kern="2300" dirty="0">
                <a:latin typeface="Helvetica Now Display"/>
              </a:rPr>
              <a:t>. Duis autem vel </a:t>
            </a:r>
            <a:r>
              <a:rPr lang="en-US" sz="1400" kern="2300" dirty="0" err="1">
                <a:latin typeface="Helvetica Now Display"/>
              </a:rPr>
              <a:t>eum</a:t>
            </a:r>
            <a:r>
              <a:rPr lang="en-US" sz="1400" kern="2300" dirty="0">
                <a:latin typeface="Helvetica Now Display"/>
              </a:rPr>
              <a:t> </a:t>
            </a:r>
            <a:r>
              <a:rPr lang="en-US" sz="1400" kern="2300" dirty="0" err="1">
                <a:latin typeface="Helvetica Now Display"/>
              </a:rPr>
              <a:t>iriure</a:t>
            </a:r>
            <a:r>
              <a:rPr lang="en-US" sz="1400" kern="2300" dirty="0">
                <a:latin typeface="Helvetica Now Display"/>
              </a:rPr>
              <a:t> dolor in </a:t>
            </a:r>
            <a:r>
              <a:rPr lang="en-US" sz="1400" kern="2300" dirty="0" err="1">
                <a:latin typeface="Helvetica Now Display"/>
              </a:rPr>
              <a:t>hendrerit</a:t>
            </a:r>
            <a:r>
              <a:rPr lang="en-US" sz="1400" kern="2300" dirty="0">
                <a:latin typeface="Helvetica Now Display"/>
              </a:rPr>
              <a:t> in </a:t>
            </a:r>
            <a:r>
              <a:rPr lang="en-US" sz="1400" kern="2300" dirty="0" err="1">
                <a:latin typeface="Helvetica Now Display"/>
              </a:rPr>
              <a:t>vulputate</a:t>
            </a:r>
            <a:r>
              <a:rPr lang="en-US" sz="1400" kern="2300" dirty="0">
                <a:latin typeface="Helvetica Now Display"/>
              </a:rPr>
              <a:t> </a:t>
            </a:r>
            <a:r>
              <a:rPr lang="en-US" sz="1400" kern="2300" dirty="0" err="1">
                <a:latin typeface="Helvetica Now Display"/>
              </a:rPr>
              <a:t>velit</a:t>
            </a:r>
            <a:r>
              <a:rPr lang="en-US" sz="1400" kern="2300" dirty="0">
                <a:latin typeface="Helvetica Now Display"/>
              </a:rPr>
              <a:t> </a:t>
            </a:r>
            <a:r>
              <a:rPr lang="en-US" sz="1400" kern="2300" dirty="0" err="1">
                <a:latin typeface="Helvetica Now Display"/>
              </a:rPr>
              <a:t>esse</a:t>
            </a:r>
            <a:r>
              <a:rPr lang="en-US" sz="1400" kern="2300" dirty="0">
                <a:latin typeface="Helvetica Now Display"/>
              </a:rPr>
              <a:t> </a:t>
            </a:r>
            <a:r>
              <a:rPr lang="en-US" sz="1400" kern="2300" dirty="0" err="1">
                <a:latin typeface="Helvetica Now Display"/>
              </a:rPr>
              <a:t>molestie</a:t>
            </a:r>
            <a:r>
              <a:rPr lang="en-US" sz="1400" kern="2300" dirty="0">
                <a:latin typeface="Helvetica Now Display"/>
              </a:rPr>
              <a:t> </a:t>
            </a:r>
            <a:r>
              <a:rPr lang="en-US" sz="1400" kern="2300" dirty="0" err="1">
                <a:latin typeface="Helvetica Now Display"/>
              </a:rPr>
              <a:t>consequat</a:t>
            </a:r>
            <a:r>
              <a:rPr lang="en-US" sz="1400" kern="2300" dirty="0">
                <a:latin typeface="Helvetica Now Display"/>
              </a:rPr>
              <a:t>, vel illum dolore </a:t>
            </a:r>
            <a:r>
              <a:rPr lang="en-US" sz="1400" kern="2300" dirty="0" err="1">
                <a:latin typeface="Helvetica Now Display"/>
              </a:rPr>
              <a:t>eu</a:t>
            </a:r>
            <a:r>
              <a:rPr lang="en-US" sz="1400" kern="2300" dirty="0">
                <a:latin typeface="Helvetica Now Display"/>
              </a:rPr>
              <a:t> </a:t>
            </a:r>
            <a:r>
              <a:rPr lang="en-US" sz="1400" kern="2300" dirty="0" err="1">
                <a:latin typeface="Helvetica Now Display"/>
              </a:rPr>
              <a:t>feugiat</a:t>
            </a:r>
            <a:r>
              <a:rPr lang="en-US" sz="1400" kern="2300" dirty="0">
                <a:latin typeface="Helvetica Now Display"/>
              </a:rPr>
              <a:t> </a:t>
            </a:r>
            <a:r>
              <a:rPr lang="en-US" sz="1400" kern="2300" dirty="0" err="1">
                <a:latin typeface="Helvetica Now Display"/>
              </a:rPr>
              <a:t>nulla</a:t>
            </a:r>
            <a:r>
              <a:rPr lang="en-US" sz="1400" kern="2300" dirty="0">
                <a:latin typeface="Helvetica Now Display"/>
              </a:rPr>
              <a:t> </a:t>
            </a:r>
            <a:r>
              <a:rPr lang="en-US" sz="1400" kern="2300" dirty="0" err="1">
                <a:latin typeface="Helvetica Now Display"/>
              </a:rPr>
              <a:t>facilisis</a:t>
            </a:r>
            <a:r>
              <a:rPr lang="en-US" sz="1400" kern="2300" dirty="0">
                <a:latin typeface="Helvetica Now Display"/>
              </a:rPr>
              <a:t> at </a:t>
            </a:r>
            <a:r>
              <a:rPr lang="en-US" sz="1400" kern="2300" dirty="0" err="1">
                <a:latin typeface="Helvetica Now Display"/>
              </a:rPr>
              <a:t>vero</a:t>
            </a:r>
            <a:r>
              <a:rPr lang="en-US" sz="1400" kern="2300" dirty="0">
                <a:latin typeface="Helvetica Now Display"/>
              </a:rPr>
              <a:t> eros et </a:t>
            </a:r>
            <a:r>
              <a:rPr lang="en-US" sz="1400" kern="2300" dirty="0" err="1">
                <a:latin typeface="Helvetica Now Display"/>
              </a:rPr>
              <a:t>accumsan</a:t>
            </a:r>
            <a:r>
              <a:rPr lang="en-US" sz="1400" kern="2300" dirty="0">
                <a:latin typeface="Helvetica Now Display"/>
              </a:rPr>
              <a:t> et </a:t>
            </a:r>
            <a:r>
              <a:rPr lang="en-US" sz="1400" kern="2300" dirty="0" err="1">
                <a:latin typeface="Helvetica Now Display"/>
              </a:rPr>
              <a:t>iusto</a:t>
            </a:r>
            <a:r>
              <a:rPr lang="en-US" sz="1400" kern="2300" dirty="0">
                <a:latin typeface="Helvetica Now Display"/>
              </a:rPr>
              <a:t> </a:t>
            </a:r>
            <a:r>
              <a:rPr lang="en-US" sz="1400" kern="2300" dirty="0" err="1">
                <a:latin typeface="Helvetica Now Display"/>
              </a:rPr>
              <a:t>odio</a:t>
            </a:r>
            <a:r>
              <a:rPr lang="en-US" sz="1400" kern="2300" dirty="0">
                <a:latin typeface="Helvetica Now Display"/>
              </a:rPr>
              <a:t> </a:t>
            </a:r>
            <a:r>
              <a:rPr lang="en-US" sz="1400" kern="2300" dirty="0" err="1">
                <a:latin typeface="Helvetica Now Display"/>
              </a:rPr>
              <a:t>dignissim</a:t>
            </a:r>
            <a:r>
              <a:rPr lang="en-US" sz="1400" kern="2300" dirty="0">
                <a:latin typeface="Helvetica Now Display"/>
              </a:rPr>
              <a:t> qui </a:t>
            </a:r>
            <a:r>
              <a:rPr lang="en-US" sz="1400" kern="2300" dirty="0" err="1">
                <a:latin typeface="Helvetica Now Display"/>
              </a:rPr>
              <a:t>blandit</a:t>
            </a:r>
            <a:r>
              <a:rPr lang="en-US" sz="1400" kern="2300" dirty="0">
                <a:latin typeface="Helvetica Now Display"/>
              </a:rPr>
              <a:t> </a:t>
            </a:r>
            <a:r>
              <a:rPr lang="en-US" sz="1400" kern="2300" dirty="0" err="1">
                <a:latin typeface="Helvetica Now Display"/>
              </a:rPr>
              <a:t>praesent</a:t>
            </a:r>
            <a:r>
              <a:rPr lang="en-US" sz="1400" kern="2300" dirty="0">
                <a:latin typeface="Helvetica Now Display"/>
              </a:rPr>
              <a:t> </a:t>
            </a:r>
            <a:r>
              <a:rPr lang="en-US" sz="1400" kern="2300" dirty="0" err="1">
                <a:latin typeface="Helvetica Now Display"/>
              </a:rPr>
              <a:t>luptatum</a:t>
            </a:r>
            <a:r>
              <a:rPr lang="en-US" sz="1400" kern="2300" dirty="0">
                <a:latin typeface="Helvetica Now Display"/>
              </a:rPr>
              <a:t> </a:t>
            </a:r>
            <a:r>
              <a:rPr lang="en-US" sz="1400" kern="2300" dirty="0" err="1">
                <a:latin typeface="Helvetica Now Display"/>
              </a:rPr>
              <a:t>zzril</a:t>
            </a:r>
            <a:r>
              <a:rPr lang="en-US" sz="1400" kern="2300" dirty="0">
                <a:latin typeface="Helvetica Now Display"/>
              </a:rPr>
              <a:t> </a:t>
            </a:r>
            <a:r>
              <a:rPr lang="en-US" sz="1400" kern="2300" dirty="0" err="1">
                <a:latin typeface="Helvetica Now Display"/>
              </a:rPr>
              <a:t>delenit</a:t>
            </a:r>
            <a:r>
              <a:rPr lang="en-US" sz="1400" kern="2300" dirty="0">
                <a:latin typeface="Helvetica Now Display"/>
              </a:rPr>
              <a:t> </a:t>
            </a:r>
            <a:r>
              <a:rPr lang="en-US" sz="1400" kern="2300" dirty="0" err="1">
                <a:latin typeface="Helvetica Now Display"/>
              </a:rPr>
              <a:t>augue</a:t>
            </a:r>
            <a:r>
              <a:rPr lang="en-US" sz="1400" kern="2300" dirty="0">
                <a:latin typeface="Helvetica Now Display"/>
              </a:rPr>
              <a:t> </a:t>
            </a:r>
            <a:r>
              <a:rPr lang="en-US" sz="1400" kern="2300" dirty="0" err="1">
                <a:latin typeface="Helvetica Now Display"/>
              </a:rPr>
              <a:t>duis</a:t>
            </a:r>
            <a:r>
              <a:rPr lang="en-US" sz="1400" kern="2300" dirty="0">
                <a:latin typeface="Helvetica Now Display"/>
              </a:rPr>
              <a:t> dolore </a:t>
            </a:r>
            <a:r>
              <a:rPr lang="en-US" sz="1400" kern="2300" dirty="0" err="1">
                <a:latin typeface="Helvetica Now Display"/>
              </a:rPr>
              <a:t>te</a:t>
            </a:r>
            <a:r>
              <a:rPr lang="en-US" sz="1400" kern="2300" dirty="0">
                <a:latin typeface="Helvetica Now Display"/>
              </a:rPr>
              <a:t> </a:t>
            </a:r>
            <a:r>
              <a:rPr lang="en-US" sz="1400" kern="2300" dirty="0" err="1">
                <a:latin typeface="Helvetica Now Display"/>
              </a:rPr>
              <a:t>feugait</a:t>
            </a:r>
            <a:r>
              <a:rPr lang="en-US" sz="1400" kern="2300" dirty="0">
                <a:latin typeface="Helvetica Now Display"/>
              </a:rPr>
              <a:t> </a:t>
            </a:r>
            <a:r>
              <a:rPr lang="en-US" sz="1400" kern="2300" dirty="0" err="1">
                <a:latin typeface="Helvetica Now Display"/>
              </a:rPr>
              <a:t>nulla</a:t>
            </a:r>
            <a:r>
              <a:rPr lang="en-US" sz="1400" kern="2300" dirty="0">
                <a:latin typeface="Helvetica Now Display"/>
              </a:rPr>
              <a:t> </a:t>
            </a:r>
            <a:r>
              <a:rPr lang="en-US" sz="1400" kern="2300" dirty="0" err="1">
                <a:latin typeface="Helvetica Now Display"/>
              </a:rPr>
              <a:t>facilisi</a:t>
            </a:r>
            <a:r>
              <a:rPr lang="en-US" sz="1400" kern="2300" dirty="0">
                <a:latin typeface="Helvetica Now Display"/>
              </a:rPr>
              <a:t>.</a:t>
            </a:r>
          </a:p>
          <a:p>
            <a:pPr defTabSz="731520"/>
            <a:r>
              <a:rPr lang="en-US" sz="1400" kern="2300" dirty="0">
                <a:latin typeface="Helvetica Now Display"/>
              </a:rPr>
              <a:t>Lorem ipsum dolor sit </a:t>
            </a:r>
            <a:r>
              <a:rPr lang="en-US" sz="1400" kern="2300" dirty="0" err="1">
                <a:latin typeface="Helvetica Now Display"/>
              </a:rPr>
              <a:t>amet</a:t>
            </a:r>
            <a:r>
              <a:rPr lang="en-US" sz="1400" kern="2300" dirty="0">
                <a:latin typeface="Helvetica Now Display"/>
              </a:rPr>
              <a:t>, cons </a:t>
            </a:r>
            <a:r>
              <a:rPr lang="en-US" sz="1400" kern="2300" dirty="0" err="1">
                <a:latin typeface="Helvetica Now Display"/>
              </a:rPr>
              <a:t>ectetuer</a:t>
            </a:r>
            <a:r>
              <a:rPr lang="en-US" sz="1400" kern="2300" dirty="0">
                <a:latin typeface="Helvetica Now Display"/>
              </a:rPr>
              <a:t> </a:t>
            </a:r>
            <a:r>
              <a:rPr lang="en-US" sz="1400" kern="2300" dirty="0" err="1">
                <a:latin typeface="Helvetica Now Display"/>
              </a:rPr>
              <a:t>adipiscing</a:t>
            </a:r>
            <a:r>
              <a:rPr lang="en-US" sz="1400" kern="2300" dirty="0">
                <a:latin typeface="Helvetica Now Display"/>
              </a:rPr>
              <a:t> </a:t>
            </a:r>
            <a:r>
              <a:rPr lang="en-US" sz="1400" kern="2300" dirty="0" err="1">
                <a:latin typeface="Helvetica Now Display"/>
              </a:rPr>
              <a:t>elit</a:t>
            </a:r>
            <a:r>
              <a:rPr lang="en-US" sz="1400" kern="2300" dirty="0">
                <a:latin typeface="Helvetica Now Display"/>
              </a:rPr>
              <a:t>, sed diam </a:t>
            </a:r>
            <a:r>
              <a:rPr lang="en-US" sz="1400" kern="2300" dirty="0" err="1">
                <a:latin typeface="Helvetica Now Display"/>
              </a:rPr>
              <a:t>nonummy</a:t>
            </a:r>
            <a:r>
              <a:rPr lang="en-US" sz="1400" kern="2300" dirty="0">
                <a:latin typeface="Helvetica Now Display"/>
              </a:rPr>
              <a:t> </a:t>
            </a:r>
            <a:r>
              <a:rPr lang="en-US" sz="1400" kern="2300" dirty="0" err="1">
                <a:latin typeface="Helvetica Now Display"/>
              </a:rPr>
              <a:t>nibh</a:t>
            </a:r>
            <a:r>
              <a:rPr lang="en-US" sz="1400" kern="2300" dirty="0">
                <a:latin typeface="Helvetica Now Display"/>
              </a:rPr>
              <a:t> </a:t>
            </a:r>
            <a:r>
              <a:rPr lang="en-US" sz="1400" kern="2300" dirty="0" err="1">
                <a:latin typeface="Helvetica Now Display"/>
              </a:rPr>
              <a:t>euismod</a:t>
            </a:r>
            <a:r>
              <a:rPr lang="en-US" sz="1400" kern="2300" dirty="0">
                <a:latin typeface="Helvetica Now Display"/>
              </a:rPr>
              <a:t> </a:t>
            </a:r>
            <a:r>
              <a:rPr lang="en-US" sz="1400" kern="2300" dirty="0" err="1">
                <a:latin typeface="Helvetica Now Display"/>
              </a:rPr>
              <a:t>tincidunt</a:t>
            </a:r>
            <a:r>
              <a:rPr lang="en-US" sz="1400" kern="2300" dirty="0">
                <a:latin typeface="Helvetica Now Display"/>
              </a:rPr>
              <a:t> </a:t>
            </a:r>
            <a:r>
              <a:rPr lang="en-US" sz="1400" kern="2300" dirty="0" err="1">
                <a:latin typeface="Helvetica Now Display"/>
              </a:rPr>
              <a:t>ut</a:t>
            </a:r>
            <a:r>
              <a:rPr lang="en-US" sz="1400" kern="2300" dirty="0">
                <a:latin typeface="Helvetica Now Display"/>
              </a:rPr>
              <a:t> </a:t>
            </a:r>
            <a:r>
              <a:rPr lang="en-US" sz="1400" kern="2300" dirty="0" err="1">
                <a:latin typeface="Helvetica Now Display"/>
              </a:rPr>
              <a:t>laoreet</a:t>
            </a:r>
            <a:r>
              <a:rPr lang="en-US" sz="1400" kern="2300" dirty="0">
                <a:latin typeface="Helvetica Now Display"/>
              </a:rPr>
              <a:t> dolore magna </a:t>
            </a:r>
            <a:r>
              <a:rPr lang="en-US" sz="1400" kern="2300" dirty="0" err="1">
                <a:latin typeface="Helvetica Now Display"/>
              </a:rPr>
              <a:t>aliquam</a:t>
            </a:r>
            <a:r>
              <a:rPr lang="en-US" sz="1400" kern="2300" dirty="0">
                <a:latin typeface="Helvetica Now Display"/>
              </a:rPr>
              <a:t> </a:t>
            </a:r>
            <a:r>
              <a:rPr lang="en-US" sz="1400" kern="2300" dirty="0" err="1">
                <a:latin typeface="Helvetica Now Display"/>
              </a:rPr>
              <a:t>erat</a:t>
            </a:r>
            <a:r>
              <a:rPr lang="en-US" sz="1400" kern="2300" dirty="0">
                <a:latin typeface="Helvetica Now Display"/>
              </a:rPr>
              <a:t> </a:t>
            </a:r>
            <a:r>
              <a:rPr lang="en-US" sz="1400" kern="2300" dirty="0" err="1">
                <a:latin typeface="Helvetica Now Display"/>
              </a:rPr>
              <a:t>volutpat</a:t>
            </a:r>
            <a:r>
              <a:rPr lang="en-US" sz="1400" kern="2300" dirty="0">
                <a:latin typeface="Helvetica Now Display"/>
              </a:rPr>
              <a:t>. Ut </a:t>
            </a:r>
            <a:r>
              <a:rPr lang="en-US" sz="1400" kern="2300" dirty="0" err="1">
                <a:latin typeface="Helvetica Now Display"/>
              </a:rPr>
              <a:t>wisi</a:t>
            </a:r>
            <a:r>
              <a:rPr lang="en-US" sz="1400" kern="2300" dirty="0">
                <a:latin typeface="Helvetica Now Display"/>
              </a:rPr>
              <a:t> </a:t>
            </a:r>
            <a:r>
              <a:rPr lang="en-US" sz="1400" kern="2300" dirty="0" err="1">
                <a:latin typeface="Helvetica Now Display"/>
              </a:rPr>
              <a:t>enim</a:t>
            </a:r>
            <a:r>
              <a:rPr lang="en-US" sz="1400" kern="2300" dirty="0">
                <a:latin typeface="Helvetica Now Display"/>
              </a:rPr>
              <a:t> ad minim </a:t>
            </a:r>
            <a:r>
              <a:rPr lang="en-US" sz="1400" kern="2300" dirty="0" err="1">
                <a:latin typeface="Helvetica Now Display"/>
              </a:rPr>
              <a:t>veniam</a:t>
            </a:r>
            <a:r>
              <a:rPr lang="en-US" sz="1400" kern="2300" dirty="0">
                <a:latin typeface="Helvetica Now Display"/>
              </a:rPr>
              <a:t>, </a:t>
            </a:r>
            <a:r>
              <a:rPr lang="en-US" sz="1400" kern="2300" dirty="0" err="1">
                <a:latin typeface="Helvetica Now Display"/>
              </a:rPr>
              <a:t>quis</a:t>
            </a:r>
            <a:r>
              <a:rPr lang="en-US" sz="1400" kern="2300" dirty="0">
                <a:latin typeface="Helvetica Now Display"/>
              </a:rPr>
              <a:t> </a:t>
            </a:r>
            <a:r>
              <a:rPr lang="en-US" sz="1400" kern="2300" dirty="0" err="1">
                <a:latin typeface="Helvetica Now Display"/>
              </a:rPr>
              <a:t>nostrud</a:t>
            </a:r>
            <a:r>
              <a:rPr lang="en-US" sz="1400" kern="2300" dirty="0">
                <a:latin typeface="Helvetica Now Display"/>
              </a:rPr>
              <a:t> </a:t>
            </a:r>
            <a:r>
              <a:rPr lang="en-US" sz="1400" kern="2300" dirty="0" err="1">
                <a:latin typeface="Helvetica Now Display"/>
              </a:rPr>
              <a:t>exerci</a:t>
            </a:r>
            <a:r>
              <a:rPr lang="en-US" sz="1400" kern="2300" dirty="0">
                <a:latin typeface="Helvetica Now Display"/>
              </a:rPr>
              <a:t> </a:t>
            </a:r>
            <a:r>
              <a:rPr lang="en-US" sz="1400" kern="2300" dirty="0" err="1">
                <a:latin typeface="Helvetica Now Display"/>
              </a:rPr>
              <a:t>tation</a:t>
            </a:r>
            <a:r>
              <a:rPr lang="en-US" sz="1400" kern="2300" dirty="0">
                <a:latin typeface="Helvetica Now Display"/>
              </a:rPr>
              <a:t> </a:t>
            </a:r>
            <a:r>
              <a:rPr lang="en-US" sz="1400" kern="2300" dirty="0" err="1">
                <a:latin typeface="Helvetica Now Display"/>
              </a:rPr>
              <a:t>ullamcorper</a:t>
            </a:r>
            <a:r>
              <a:rPr lang="en-US" sz="1400" kern="2300" dirty="0">
                <a:latin typeface="Helvetica Now Display"/>
              </a:rPr>
              <a:t> </a:t>
            </a:r>
            <a:r>
              <a:rPr lang="en-US" sz="1400" kern="2300" dirty="0" err="1">
                <a:latin typeface="Helvetica Now Display"/>
              </a:rPr>
              <a:t>suscipit</a:t>
            </a:r>
            <a:r>
              <a:rPr lang="en-US" sz="1400" kern="2300" dirty="0">
                <a:latin typeface="Helvetica Now Display"/>
              </a:rPr>
              <a:t> </a:t>
            </a:r>
            <a:r>
              <a:rPr lang="en-US" sz="1400" kern="2300" dirty="0" err="1">
                <a:latin typeface="Helvetica Now Display"/>
              </a:rPr>
              <a:t>lobortis</a:t>
            </a:r>
            <a:r>
              <a:rPr lang="en-US" sz="1400" kern="2300" dirty="0">
                <a:latin typeface="Helvetica Now Display"/>
              </a:rPr>
              <a:t> </a:t>
            </a:r>
            <a:r>
              <a:rPr lang="en-US" sz="1400" kern="2300" dirty="0" err="1">
                <a:latin typeface="Helvetica Now Display"/>
              </a:rPr>
              <a:t>nisl</a:t>
            </a:r>
            <a:r>
              <a:rPr lang="en-US" sz="1400" kern="2300" dirty="0">
                <a:latin typeface="Helvetica Now Display"/>
              </a:rPr>
              <a:t> </a:t>
            </a:r>
            <a:r>
              <a:rPr lang="en-US" sz="1400" kern="2300" dirty="0" err="1">
                <a:latin typeface="Helvetica Now Display"/>
              </a:rPr>
              <a:t>ut</a:t>
            </a:r>
            <a:r>
              <a:rPr lang="en-US" sz="1400" kern="2300" dirty="0">
                <a:latin typeface="Helvetica Now Display"/>
              </a:rPr>
              <a:t> </a:t>
            </a:r>
            <a:r>
              <a:rPr lang="en-US" sz="1400" kern="2300" dirty="0" err="1">
                <a:latin typeface="Helvetica Now Display"/>
              </a:rPr>
              <a:t>aliquip</a:t>
            </a:r>
            <a:r>
              <a:rPr lang="en-US" sz="1400" kern="2300" dirty="0">
                <a:latin typeface="Helvetica Now Display"/>
              </a:rPr>
              <a:t> ex </a:t>
            </a:r>
            <a:r>
              <a:rPr lang="en-US" sz="1400" kern="2300" dirty="0" err="1">
                <a:latin typeface="Helvetica Now Display"/>
              </a:rPr>
              <a:t>ea</a:t>
            </a:r>
            <a:r>
              <a:rPr lang="en-US" sz="1400" kern="2300" dirty="0">
                <a:latin typeface="Helvetica Now Display"/>
              </a:rPr>
              <a:t> </a:t>
            </a:r>
            <a:r>
              <a:rPr lang="en-US" sz="1400" kern="2300" dirty="0" err="1">
                <a:latin typeface="Helvetica Now Display"/>
              </a:rPr>
              <a:t>commodo</a:t>
            </a:r>
            <a:r>
              <a:rPr lang="en-US" sz="1400" kern="2300" dirty="0">
                <a:latin typeface="Helvetica Now Display"/>
              </a:rPr>
              <a:t> </a:t>
            </a:r>
            <a:r>
              <a:rPr lang="en-US" sz="1400" kern="2300" dirty="0" err="1">
                <a:latin typeface="Helvetica Now Display"/>
              </a:rPr>
              <a:t>consequat</a:t>
            </a:r>
            <a:r>
              <a:rPr lang="en-US" sz="1400" kern="2300" dirty="0">
                <a:latin typeface="Helvetica Now Display"/>
              </a:rPr>
              <a:t>.</a:t>
            </a:r>
          </a:p>
          <a:p>
            <a:pPr defTabSz="731520"/>
            <a:r>
              <a:rPr lang="en-US" sz="1400" kern="2300" dirty="0">
                <a:latin typeface="Helvetica Now Display"/>
              </a:rPr>
              <a:t>Lorem ipsum dolor sit </a:t>
            </a:r>
            <a:r>
              <a:rPr lang="en-US" sz="1400" kern="2300" dirty="0" err="1">
                <a:latin typeface="Helvetica Now Display"/>
              </a:rPr>
              <a:t>amet</a:t>
            </a:r>
            <a:r>
              <a:rPr lang="en-US" sz="1400" kern="2300" dirty="0">
                <a:latin typeface="Helvetica Now Display"/>
              </a:rPr>
              <a:t>, </a:t>
            </a:r>
            <a:r>
              <a:rPr lang="en-US" sz="1400" kern="2300" dirty="0" err="1">
                <a:latin typeface="Helvetica Now Display"/>
              </a:rPr>
              <a:t>consectetuer</a:t>
            </a:r>
            <a:r>
              <a:rPr lang="en-US" sz="1400" kern="2300" dirty="0">
                <a:latin typeface="Helvetica Now Display"/>
              </a:rPr>
              <a:t> </a:t>
            </a:r>
            <a:r>
              <a:rPr lang="en-US" sz="1400" kern="2300" dirty="0" err="1">
                <a:latin typeface="Helvetica Now Display"/>
              </a:rPr>
              <a:t>adipiscing</a:t>
            </a:r>
            <a:r>
              <a:rPr lang="en-US" sz="1400" kern="2300" dirty="0">
                <a:latin typeface="Helvetica Now Display"/>
              </a:rPr>
              <a:t> </a:t>
            </a:r>
            <a:r>
              <a:rPr lang="en-US" sz="1400" kern="2300" dirty="0" err="1">
                <a:latin typeface="Helvetica Now Display"/>
              </a:rPr>
              <a:t>elit</a:t>
            </a:r>
            <a:r>
              <a:rPr lang="en-US" sz="1400" kern="2300" dirty="0">
                <a:latin typeface="Helvetica Now Display"/>
              </a:rPr>
              <a:t>, sed diam </a:t>
            </a:r>
            <a:r>
              <a:rPr lang="en-US" sz="1400" kern="2300" dirty="0" err="1">
                <a:latin typeface="Helvetica Now Display"/>
              </a:rPr>
              <a:t>nonummy</a:t>
            </a:r>
            <a:r>
              <a:rPr lang="en-US" sz="1400" kern="2300" dirty="0">
                <a:latin typeface="Helvetica Now Display"/>
              </a:rPr>
              <a:t> </a:t>
            </a:r>
            <a:r>
              <a:rPr lang="en-US" sz="1400" kern="2300" dirty="0" err="1">
                <a:latin typeface="Helvetica Now Display"/>
              </a:rPr>
              <a:t>nibh</a:t>
            </a:r>
            <a:r>
              <a:rPr lang="en-US" sz="1400" kern="2300" dirty="0">
                <a:latin typeface="Helvetica Now Display"/>
              </a:rPr>
              <a:t> </a:t>
            </a:r>
            <a:r>
              <a:rPr lang="en-US" sz="1400" kern="2300" dirty="0" err="1">
                <a:latin typeface="Helvetica Now Display"/>
              </a:rPr>
              <a:t>euismod</a:t>
            </a:r>
            <a:r>
              <a:rPr lang="en-US" sz="1400" kern="2300" dirty="0">
                <a:latin typeface="Helvetica Now Display"/>
              </a:rPr>
              <a:t> </a:t>
            </a:r>
            <a:r>
              <a:rPr lang="en-US" sz="1400" kern="2300" dirty="0" err="1">
                <a:latin typeface="Helvetica Now Display"/>
              </a:rPr>
              <a:t>tincidunt</a:t>
            </a:r>
            <a:r>
              <a:rPr lang="en-US" sz="1400" kern="2300" dirty="0">
                <a:latin typeface="Helvetica Now Display"/>
              </a:rPr>
              <a:t> </a:t>
            </a:r>
            <a:r>
              <a:rPr lang="en-US" sz="1400" kern="2300" dirty="0" err="1">
                <a:latin typeface="Helvetica Now Display"/>
              </a:rPr>
              <a:t>ut</a:t>
            </a:r>
            <a:r>
              <a:rPr lang="en-US" sz="1400" kern="2300" dirty="0">
                <a:latin typeface="Helvetica Now Display"/>
              </a:rPr>
              <a:t> </a:t>
            </a:r>
            <a:r>
              <a:rPr lang="en-US" sz="1400" kern="2300" dirty="0" err="1">
                <a:latin typeface="Helvetica Now Display"/>
              </a:rPr>
              <a:t>laoreet</a:t>
            </a:r>
            <a:r>
              <a:rPr lang="en-US" sz="1400" kern="2300" dirty="0">
                <a:latin typeface="Helvetica Now Display"/>
              </a:rPr>
              <a:t> dolore magna </a:t>
            </a:r>
            <a:r>
              <a:rPr lang="en-US" sz="1400" kern="2300" dirty="0" err="1">
                <a:latin typeface="Helvetica Now Display"/>
              </a:rPr>
              <a:t>aliquam</a:t>
            </a:r>
            <a:r>
              <a:rPr lang="en-US" sz="1400" kern="2300" dirty="0">
                <a:latin typeface="Helvetica Now Display"/>
              </a:rPr>
              <a:t> </a:t>
            </a:r>
            <a:r>
              <a:rPr lang="en-US" sz="1400" kern="2300" dirty="0" err="1">
                <a:latin typeface="Helvetica Now Display"/>
              </a:rPr>
              <a:t>erat</a:t>
            </a:r>
            <a:r>
              <a:rPr lang="en-US" sz="1400" kern="2300" dirty="0">
                <a:latin typeface="Helvetica Now Display"/>
              </a:rPr>
              <a:t> </a:t>
            </a:r>
            <a:r>
              <a:rPr lang="en-US" sz="1400" kern="2300" dirty="0" err="1">
                <a:latin typeface="Helvetica Now Display"/>
              </a:rPr>
              <a:t>volutpat</a:t>
            </a:r>
            <a:r>
              <a:rPr lang="en-US" sz="1400" kern="2300" dirty="0">
                <a:latin typeface="Helvetica Now Display"/>
              </a:rPr>
              <a:t>. Ut </a:t>
            </a:r>
            <a:r>
              <a:rPr lang="en-US" sz="1400" kern="2300" dirty="0" err="1">
                <a:latin typeface="Helvetica Now Display"/>
              </a:rPr>
              <a:t>wisi</a:t>
            </a:r>
            <a:r>
              <a:rPr lang="en-US" sz="1400" kern="2300" dirty="0">
                <a:latin typeface="Helvetica Now Display"/>
              </a:rPr>
              <a:t> </a:t>
            </a:r>
            <a:r>
              <a:rPr lang="en-US" sz="1400" kern="2300" dirty="0" err="1">
                <a:latin typeface="Helvetica Now Display"/>
              </a:rPr>
              <a:t>enim</a:t>
            </a:r>
            <a:r>
              <a:rPr lang="en-US" sz="1400" kern="2300" dirty="0">
                <a:latin typeface="Helvetica Now Display"/>
              </a:rPr>
              <a:t> ad minim </a:t>
            </a:r>
            <a:r>
              <a:rPr lang="en-US" sz="1400" kern="2300" dirty="0" err="1">
                <a:latin typeface="Helvetica Now Display"/>
              </a:rPr>
              <a:t>veniam</a:t>
            </a:r>
            <a:r>
              <a:rPr lang="en-US" sz="1400" kern="2300" dirty="0">
                <a:latin typeface="Helvetica Now Display"/>
              </a:rPr>
              <a:t>, </a:t>
            </a:r>
            <a:r>
              <a:rPr lang="en-US" sz="1400" kern="2300" dirty="0" err="1">
                <a:latin typeface="Helvetica Now Display"/>
              </a:rPr>
              <a:t>quis</a:t>
            </a:r>
            <a:r>
              <a:rPr lang="en-US" sz="1400" kern="2300" dirty="0">
                <a:latin typeface="Helvetica Now Display"/>
              </a:rPr>
              <a:t> </a:t>
            </a:r>
            <a:r>
              <a:rPr lang="en-US" sz="1400" kern="2300" dirty="0" err="1">
                <a:latin typeface="Helvetica Now Display"/>
              </a:rPr>
              <a:t>nostrud</a:t>
            </a:r>
            <a:r>
              <a:rPr lang="en-US" sz="1400" kern="2300" dirty="0">
                <a:latin typeface="Helvetica Now Display"/>
              </a:rPr>
              <a:t> </a:t>
            </a:r>
            <a:r>
              <a:rPr lang="en-US" sz="1400" kern="2300" dirty="0" err="1">
                <a:latin typeface="Helvetica Now Display"/>
              </a:rPr>
              <a:t>exerci</a:t>
            </a:r>
            <a:r>
              <a:rPr lang="en-US" sz="1400" kern="2300" dirty="0">
                <a:latin typeface="Helvetica Now Display"/>
              </a:rPr>
              <a:t> </a:t>
            </a:r>
            <a:r>
              <a:rPr lang="en-US" sz="1400" kern="2300" dirty="0" err="1">
                <a:latin typeface="Helvetica Now Display"/>
              </a:rPr>
              <a:t>tation</a:t>
            </a:r>
            <a:r>
              <a:rPr lang="en-US" sz="1400" kern="2300" dirty="0">
                <a:latin typeface="Helvetica Now Display"/>
              </a:rPr>
              <a:t> </a:t>
            </a:r>
            <a:r>
              <a:rPr lang="en-US" sz="1400" kern="2300" dirty="0" err="1">
                <a:latin typeface="Helvetica Now Display"/>
              </a:rPr>
              <a:t>ullamcorper</a:t>
            </a:r>
            <a:r>
              <a:rPr lang="en-US" sz="1400" kern="2300" dirty="0">
                <a:latin typeface="Helvetica Now Display"/>
              </a:rPr>
              <a:t> </a:t>
            </a:r>
            <a:r>
              <a:rPr lang="en-US" sz="1400" kern="2300" dirty="0" err="1">
                <a:latin typeface="Helvetica Now Display"/>
              </a:rPr>
              <a:t>suscipit</a:t>
            </a:r>
            <a:r>
              <a:rPr lang="en-US" sz="1400" kern="2300" dirty="0">
                <a:latin typeface="Helvetica Now Display"/>
              </a:rPr>
              <a:t> </a:t>
            </a:r>
            <a:r>
              <a:rPr lang="en-US" sz="1400" kern="2300" dirty="0" err="1">
                <a:latin typeface="Helvetica Now Display"/>
              </a:rPr>
              <a:t>lobortis</a:t>
            </a:r>
            <a:r>
              <a:rPr lang="en-US" sz="1400" kern="2300" dirty="0">
                <a:latin typeface="Helvetica Now Display"/>
              </a:rPr>
              <a:t> </a:t>
            </a:r>
            <a:r>
              <a:rPr lang="en-US" sz="1400" kern="2300" dirty="0" err="1">
                <a:latin typeface="Helvetica Now Display"/>
              </a:rPr>
              <a:t>nisl</a:t>
            </a:r>
            <a:r>
              <a:rPr lang="en-US" sz="1400" kern="2300" dirty="0">
                <a:latin typeface="Helvetica Now Display"/>
              </a:rPr>
              <a:t> </a:t>
            </a:r>
            <a:r>
              <a:rPr lang="en-US" sz="1400" kern="2300" dirty="0" err="1">
                <a:latin typeface="Helvetica Now Display"/>
              </a:rPr>
              <a:t>ut</a:t>
            </a:r>
            <a:r>
              <a:rPr lang="en-US" sz="1400" kern="2300" dirty="0">
                <a:latin typeface="Helvetica Now Display"/>
              </a:rPr>
              <a:t> </a:t>
            </a:r>
            <a:r>
              <a:rPr lang="en-US" sz="1400" kern="2300" dirty="0" err="1">
                <a:latin typeface="Helvetica Now Display"/>
              </a:rPr>
              <a:t>aliquip</a:t>
            </a:r>
            <a:r>
              <a:rPr lang="en-US" sz="1400" kern="2300" dirty="0">
                <a:latin typeface="Helvetica Now Display"/>
              </a:rPr>
              <a:t> ex </a:t>
            </a:r>
            <a:r>
              <a:rPr lang="en-US" sz="1400" kern="2300" dirty="0" err="1">
                <a:latin typeface="Helvetica Now Display"/>
              </a:rPr>
              <a:t>ea</a:t>
            </a:r>
            <a:r>
              <a:rPr lang="en-US" sz="1400" kern="2300" dirty="0">
                <a:latin typeface="Helvetica Now Display"/>
              </a:rPr>
              <a:t> </a:t>
            </a:r>
            <a:r>
              <a:rPr lang="en-US" sz="1400" kern="2300" dirty="0" err="1">
                <a:latin typeface="Helvetica Now Display"/>
              </a:rPr>
              <a:t>commodo</a:t>
            </a:r>
            <a:r>
              <a:rPr lang="en-US" sz="1400" kern="2300" dirty="0">
                <a:latin typeface="Helvetica Now Display"/>
              </a:rPr>
              <a:t> </a:t>
            </a:r>
            <a:r>
              <a:rPr lang="en-US" sz="1400" kern="2300" dirty="0" err="1">
                <a:latin typeface="Helvetica Now Display"/>
              </a:rPr>
              <a:t>consequat</a:t>
            </a:r>
            <a:r>
              <a:rPr lang="en-US" sz="1400" kern="2300" dirty="0">
                <a:latin typeface="Helvetica Now Display"/>
              </a:rPr>
              <a:t>. Duis autem vel </a:t>
            </a:r>
            <a:r>
              <a:rPr lang="en-US" sz="1400" kern="2300" dirty="0" err="1">
                <a:latin typeface="Helvetica Now Display"/>
              </a:rPr>
              <a:t>eum</a:t>
            </a:r>
            <a:r>
              <a:rPr lang="en-US" sz="1400" kern="2300" dirty="0">
                <a:latin typeface="Helvetica Now Display"/>
              </a:rPr>
              <a:t> </a:t>
            </a:r>
            <a:r>
              <a:rPr lang="en-US" sz="1400" kern="2300" dirty="0" err="1">
                <a:latin typeface="Helvetica Now Display"/>
              </a:rPr>
              <a:t>iriure</a:t>
            </a:r>
            <a:r>
              <a:rPr lang="en-US" sz="1400" kern="2300" dirty="0">
                <a:latin typeface="Helvetica Now Display"/>
              </a:rPr>
              <a:t> dolor in </a:t>
            </a:r>
            <a:r>
              <a:rPr lang="en-US" sz="1400" kern="2300" dirty="0" err="1">
                <a:latin typeface="Helvetica Now Display"/>
              </a:rPr>
              <a:t>hendrerit</a:t>
            </a:r>
            <a:r>
              <a:rPr lang="en-US" sz="1400" kern="2300" dirty="0">
                <a:latin typeface="Helvetica Now Display"/>
              </a:rPr>
              <a:t> in </a:t>
            </a:r>
            <a:r>
              <a:rPr lang="en-US" sz="1400" kern="2300" dirty="0" err="1">
                <a:latin typeface="Helvetica Now Display"/>
              </a:rPr>
              <a:t>vulputate</a:t>
            </a:r>
            <a:r>
              <a:rPr lang="en-US" sz="1400" kern="2300" dirty="0">
                <a:latin typeface="Helvetica Now Display"/>
              </a:rPr>
              <a:t> </a:t>
            </a:r>
            <a:r>
              <a:rPr lang="en-US" sz="1400" kern="2300" dirty="0" err="1">
                <a:latin typeface="Helvetica Now Display"/>
              </a:rPr>
              <a:t>velit</a:t>
            </a:r>
            <a:r>
              <a:rPr lang="en-US" sz="1400" kern="2300" dirty="0">
                <a:latin typeface="Helvetica Now Display"/>
              </a:rPr>
              <a:t> </a:t>
            </a:r>
            <a:r>
              <a:rPr lang="en-US" sz="1400" kern="2300" dirty="0" err="1">
                <a:latin typeface="Helvetica Now Display"/>
              </a:rPr>
              <a:t>esse</a:t>
            </a:r>
            <a:r>
              <a:rPr lang="en-US" sz="1400" kern="2300" dirty="0">
                <a:latin typeface="Helvetica Now Display"/>
              </a:rPr>
              <a:t> </a:t>
            </a:r>
            <a:r>
              <a:rPr lang="en-US" sz="1400" kern="2300" dirty="0" err="1">
                <a:latin typeface="Helvetica Now Display"/>
              </a:rPr>
              <a:t>molestie</a:t>
            </a:r>
            <a:r>
              <a:rPr lang="en-US" sz="1400" kern="2300" dirty="0">
                <a:latin typeface="Helvetica Now Display"/>
              </a:rPr>
              <a:t> </a:t>
            </a:r>
            <a:r>
              <a:rPr lang="en-US" sz="1400" kern="2300" dirty="0" err="1">
                <a:latin typeface="Helvetica Now Display"/>
              </a:rPr>
              <a:t>consequat</a:t>
            </a:r>
            <a:r>
              <a:rPr lang="en-US" sz="1400" kern="2300" dirty="0">
                <a:latin typeface="Helvetica Now Display"/>
              </a:rPr>
              <a:t>, vel illum dolore </a:t>
            </a:r>
            <a:r>
              <a:rPr lang="en-US" sz="1400" kern="2300" dirty="0" err="1">
                <a:latin typeface="Helvetica Now Display"/>
              </a:rPr>
              <a:t>eu</a:t>
            </a:r>
            <a:r>
              <a:rPr lang="en-US" sz="1400" kern="2300" dirty="0">
                <a:latin typeface="Helvetica Now Display"/>
              </a:rPr>
              <a:t> </a:t>
            </a:r>
            <a:r>
              <a:rPr lang="en-US" sz="1400" kern="2300" dirty="0" err="1">
                <a:latin typeface="Helvetica Now Display"/>
              </a:rPr>
              <a:t>feugiat</a:t>
            </a:r>
            <a:r>
              <a:rPr lang="en-US" sz="1400" kern="2300" dirty="0">
                <a:latin typeface="Helvetica Now Display"/>
              </a:rPr>
              <a:t> </a:t>
            </a:r>
            <a:r>
              <a:rPr lang="en-US" sz="1400" kern="2300" dirty="0" err="1">
                <a:latin typeface="Helvetica Now Display"/>
              </a:rPr>
              <a:t>nulla</a:t>
            </a:r>
            <a:r>
              <a:rPr lang="en-US" sz="1400" kern="2300" dirty="0">
                <a:latin typeface="Helvetica Now Display"/>
              </a:rPr>
              <a:t> </a:t>
            </a:r>
            <a:r>
              <a:rPr lang="en-US" sz="1400" kern="2300" dirty="0" err="1">
                <a:latin typeface="Helvetica Now Display"/>
              </a:rPr>
              <a:t>facilisis</a:t>
            </a:r>
            <a:r>
              <a:rPr lang="en-US" sz="1400" kern="2300" dirty="0">
                <a:latin typeface="Helvetica Now Display"/>
              </a:rPr>
              <a:t> at </a:t>
            </a:r>
            <a:r>
              <a:rPr lang="en-US" sz="1400" kern="2300" dirty="0" err="1">
                <a:latin typeface="Helvetica Now Display"/>
              </a:rPr>
              <a:t>vero</a:t>
            </a:r>
            <a:r>
              <a:rPr lang="en-US" sz="1400" kern="2300" dirty="0">
                <a:latin typeface="Helvetica Now Display"/>
              </a:rPr>
              <a:t> eros et </a:t>
            </a:r>
            <a:r>
              <a:rPr lang="en-US" sz="1400" kern="2300" dirty="0" err="1">
                <a:latin typeface="Helvetica Now Display"/>
              </a:rPr>
              <a:t>accums</a:t>
            </a:r>
            <a:endParaRPr lang="en-US" sz="1400" kern="2300" dirty="0">
              <a:latin typeface="Helvetica Now Display"/>
            </a:endParaRPr>
          </a:p>
        </p:txBody>
      </p:sp>
    </p:spTree>
    <p:extLst>
      <p:ext uri="{BB962C8B-B14F-4D97-AF65-F5344CB8AC3E}">
        <p14:creationId xmlns:p14="http://schemas.microsoft.com/office/powerpoint/2010/main" val="3711627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75102-4544-9B6D-AD4C-D5A428A58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AE56C0-4DA6-60ED-DBE4-0BF0F9800B4E}"/>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C712DC63-1639-43C8-53E0-D6C55AFFAE1C}"/>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30DEA7D8-8212-120A-A705-F272D5B4ADB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6" y="0"/>
            <a:ext cx="7543306" cy="10688637"/>
          </a:xfrm>
          <a:prstGeom prst="rect">
            <a:avLst/>
          </a:prstGeom>
        </p:spPr>
      </p:pic>
      <p:sp>
        <p:nvSpPr>
          <p:cNvPr id="6" name="TextBox 5">
            <a:extLst>
              <a:ext uri="{FF2B5EF4-FFF2-40B4-BE49-F238E27FC236}">
                <a16:creationId xmlns:a16="http://schemas.microsoft.com/office/drawing/2014/main" id="{71304D2E-FCDD-5C03-0243-8BF6F8F905BB}"/>
              </a:ext>
            </a:extLst>
          </p:cNvPr>
          <p:cNvSpPr txBox="1"/>
          <p:nvPr/>
        </p:nvSpPr>
        <p:spPr>
          <a:xfrm>
            <a:off x="565785" y="1223188"/>
            <a:ext cx="6181379" cy="1815882"/>
          </a:xfrm>
          <a:prstGeom prst="rect">
            <a:avLst/>
          </a:prstGeom>
          <a:noFill/>
        </p:spPr>
        <p:txBody>
          <a:bodyPr wrap="square" rtlCol="0">
            <a:spAutoFit/>
          </a:bodyPr>
          <a:lstStyle/>
          <a:p>
            <a:pPr defTabSz="731520"/>
            <a:r>
              <a:rPr lang="en-US" sz="1400" kern="2300" dirty="0">
                <a:latin typeface="Helvetica Now Display"/>
              </a:rPr>
              <a:t>If long-term scalability, performance, and full customization are a priority, Laravel would offer more flexibility and robustness.</a:t>
            </a:r>
          </a:p>
          <a:p>
            <a:pPr defTabSz="731520"/>
            <a:r>
              <a:rPr lang="en-US" sz="1400" kern="2300" dirty="0">
                <a:latin typeface="Helvetica Now Display"/>
              </a:rPr>
              <a:t>I’d be happy to walk you through both options on a call and help you decide based on your internal priorities.</a:t>
            </a:r>
          </a:p>
          <a:p>
            <a:pPr defTabSz="731520"/>
            <a:r>
              <a:rPr lang="en-US" sz="1400" kern="2300" dirty="0">
                <a:latin typeface="Helvetica Now Display"/>
              </a:rPr>
              <a:t>Looking forward to your thoughts.</a:t>
            </a:r>
          </a:p>
          <a:p>
            <a:pPr defTabSz="731520"/>
            <a:endParaRPr lang="en-US" sz="1400" kern="2300" dirty="0">
              <a:latin typeface="Helvetica Now Display"/>
            </a:endParaRPr>
          </a:p>
          <a:p>
            <a:pPr defTabSz="731520"/>
            <a:r>
              <a:rPr lang="en-US" sz="1400" b="1" kern="2300" dirty="0">
                <a:latin typeface="Helvetica Now Display"/>
              </a:rPr>
              <a:t>Brian McGregor</a:t>
            </a:r>
          </a:p>
          <a:p>
            <a:pPr defTabSz="731520"/>
            <a:endParaRPr lang="en-US" sz="1400" kern="2300" dirty="0">
              <a:latin typeface="Helvetica Now Display"/>
            </a:endParaRPr>
          </a:p>
        </p:txBody>
      </p:sp>
      <p:sp>
        <p:nvSpPr>
          <p:cNvPr id="4" name="TextBox 3">
            <a:extLst>
              <a:ext uri="{FF2B5EF4-FFF2-40B4-BE49-F238E27FC236}">
                <a16:creationId xmlns:a16="http://schemas.microsoft.com/office/drawing/2014/main" id="{5C0AD3BD-D311-6F50-6717-B2D0C6B1D22D}"/>
              </a:ext>
            </a:extLst>
          </p:cNvPr>
          <p:cNvSpPr txBox="1"/>
          <p:nvPr/>
        </p:nvSpPr>
        <p:spPr>
          <a:xfrm>
            <a:off x="579640" y="5614010"/>
            <a:ext cx="3840480" cy="307777"/>
          </a:xfrm>
          <a:prstGeom prst="rect">
            <a:avLst/>
          </a:prstGeom>
          <a:noFill/>
        </p:spPr>
        <p:txBody>
          <a:bodyPr wrap="square" rtlCol="0">
            <a:spAutoFit/>
          </a:bodyPr>
          <a:lstStyle/>
          <a:p>
            <a:pPr defTabSz="731520"/>
            <a:r>
              <a:rPr lang="en-US" sz="1400" kern="2300" dirty="0">
                <a:latin typeface="Helvetica Now Display"/>
              </a:rPr>
              <a:t>Name: Brian McGregor</a:t>
            </a:r>
          </a:p>
        </p:txBody>
      </p:sp>
      <p:sp>
        <p:nvSpPr>
          <p:cNvPr id="7" name="TextBox 6">
            <a:extLst>
              <a:ext uri="{FF2B5EF4-FFF2-40B4-BE49-F238E27FC236}">
                <a16:creationId xmlns:a16="http://schemas.microsoft.com/office/drawing/2014/main" id="{57C31845-5786-E024-1916-73B6252BE6BD}"/>
              </a:ext>
            </a:extLst>
          </p:cNvPr>
          <p:cNvSpPr txBox="1"/>
          <p:nvPr/>
        </p:nvSpPr>
        <p:spPr>
          <a:xfrm>
            <a:off x="4588380" y="6537960"/>
            <a:ext cx="2651760" cy="307777"/>
          </a:xfrm>
          <a:prstGeom prst="rect">
            <a:avLst/>
          </a:prstGeom>
          <a:noFill/>
        </p:spPr>
        <p:txBody>
          <a:bodyPr wrap="square" rtlCol="0">
            <a:spAutoFit/>
          </a:bodyPr>
          <a:lstStyle/>
          <a:p>
            <a:pPr defTabSz="731520"/>
            <a:r>
              <a:rPr lang="en-US" sz="1400" kern="2300" dirty="0">
                <a:solidFill>
                  <a:srgbClr val="1A1A1A"/>
                </a:solidFill>
                <a:latin typeface="Helvetica Now Display"/>
              </a:rPr>
              <a:t>Name: Client Name</a:t>
            </a:r>
          </a:p>
        </p:txBody>
      </p:sp>
      <p:sp>
        <p:nvSpPr>
          <p:cNvPr id="8" name="TextBox 7">
            <a:extLst>
              <a:ext uri="{FF2B5EF4-FFF2-40B4-BE49-F238E27FC236}">
                <a16:creationId xmlns:a16="http://schemas.microsoft.com/office/drawing/2014/main" id="{F9068F1F-D894-164C-6947-88D51C0F7BDC}"/>
              </a:ext>
            </a:extLst>
          </p:cNvPr>
          <p:cNvSpPr txBox="1"/>
          <p:nvPr/>
        </p:nvSpPr>
        <p:spPr>
          <a:xfrm>
            <a:off x="579640" y="6263640"/>
            <a:ext cx="3840480" cy="307777"/>
          </a:xfrm>
          <a:prstGeom prst="rect">
            <a:avLst/>
          </a:prstGeom>
          <a:noFill/>
        </p:spPr>
        <p:txBody>
          <a:bodyPr wrap="square" rtlCol="0">
            <a:spAutoFit/>
          </a:bodyPr>
          <a:lstStyle/>
          <a:p>
            <a:pPr defTabSz="731520"/>
            <a:r>
              <a:rPr lang="en-US" sz="1400" kern="2300" dirty="0">
                <a:latin typeface="Helvetica Now Display"/>
              </a:rPr>
              <a:t>Date:07/30/2025</a:t>
            </a:r>
          </a:p>
        </p:txBody>
      </p:sp>
      <p:sp>
        <p:nvSpPr>
          <p:cNvPr id="9" name="TextBox 8">
            <a:extLst>
              <a:ext uri="{FF2B5EF4-FFF2-40B4-BE49-F238E27FC236}">
                <a16:creationId xmlns:a16="http://schemas.microsoft.com/office/drawing/2014/main" id="{B95AF189-B9D9-6C87-07A8-46B647DD509E}"/>
              </a:ext>
            </a:extLst>
          </p:cNvPr>
          <p:cNvSpPr txBox="1"/>
          <p:nvPr/>
        </p:nvSpPr>
        <p:spPr>
          <a:xfrm>
            <a:off x="4585348" y="7178040"/>
            <a:ext cx="2651760" cy="307777"/>
          </a:xfrm>
          <a:prstGeom prst="rect">
            <a:avLst/>
          </a:prstGeom>
          <a:noFill/>
        </p:spPr>
        <p:txBody>
          <a:bodyPr wrap="square" rtlCol="0">
            <a:spAutoFit/>
          </a:bodyPr>
          <a:lstStyle/>
          <a:p>
            <a:pPr defTabSz="731520"/>
            <a:r>
              <a:rPr lang="en-US" sz="1400" kern="2300" dirty="0">
                <a:solidFill>
                  <a:srgbClr val="1A1A1A"/>
                </a:solidFill>
                <a:latin typeface="Helvetica Now Display"/>
              </a:rPr>
              <a:t>Date:07/30/2025</a:t>
            </a:r>
          </a:p>
        </p:txBody>
      </p:sp>
      <p:sp>
        <p:nvSpPr>
          <p:cNvPr id="10" name="Rectangle 9">
            <a:extLst>
              <a:ext uri="{FF2B5EF4-FFF2-40B4-BE49-F238E27FC236}">
                <a16:creationId xmlns:a16="http://schemas.microsoft.com/office/drawing/2014/main" id="{009731E7-D12D-A3F5-9676-332B8BC821FC}"/>
              </a:ext>
            </a:extLst>
          </p:cNvPr>
          <p:cNvSpPr/>
          <p:nvPr/>
        </p:nvSpPr>
        <p:spPr>
          <a:xfrm>
            <a:off x="5320145" y="7883236"/>
            <a:ext cx="2223655" cy="2805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8706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ADA0C-9CFA-9DF5-5DF4-E043837588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7B5A8-E847-FA91-CA6A-A13A969987C6}"/>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EFF85B33-E62E-4FE9-9D1B-DA03C69BABE0}"/>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A880860D-7FEF-F393-3A5D-B6EF86330D1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6" y="0"/>
            <a:ext cx="7543305" cy="10688636"/>
          </a:xfrm>
          <a:prstGeom prst="rect">
            <a:avLst/>
          </a:prstGeom>
        </p:spPr>
      </p:pic>
    </p:spTree>
    <p:extLst>
      <p:ext uri="{BB962C8B-B14F-4D97-AF65-F5344CB8AC3E}">
        <p14:creationId xmlns:p14="http://schemas.microsoft.com/office/powerpoint/2010/main" val="42437637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75</TotalTime>
  <Words>501</Words>
  <Application>Microsoft Office PowerPoint</Application>
  <PresentationFormat>Custom</PresentationFormat>
  <Paragraphs>21</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Helvetica Now Display</vt:lpstr>
      <vt:lpstr>Soliden Trial Exp</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22</cp:revision>
  <dcterms:created xsi:type="dcterms:W3CDTF">2025-08-05T00:32:44Z</dcterms:created>
  <dcterms:modified xsi:type="dcterms:W3CDTF">2025-08-18T21:47:32Z</dcterms:modified>
</cp:coreProperties>
</file>