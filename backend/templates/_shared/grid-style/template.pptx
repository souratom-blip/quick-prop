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8" saveSubsetFonts="1">
  <p:sldMasterIdLst>
    <p:sldMasterId id="2147483660" r:id="rId1"/>
  </p:sldMasterIdLst>
  <p:sldIdLst>
    <p:sldId id="256" r:id="rId2"/>
    <p:sldId id="257" r:id="rId3"/>
    <p:sldId id="261" r:id="rId4"/>
    <p:sldId id="264" r:id="rId5"/>
    <p:sldId id="262" r:id="rId6"/>
    <p:sldId id="263" r:id="rId7"/>
  </p:sldIdLst>
  <p:sldSz cx="754380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3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785" y="1749275"/>
            <a:ext cx="6412230" cy="3721230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2975" y="5614010"/>
            <a:ext cx="5657850" cy="2580613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4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1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707" y="2664740"/>
            <a:ext cx="6506528" cy="4446176"/>
          </a:xfrm>
        </p:spPr>
        <p:txBody>
          <a:bodyPr anchor="b"/>
          <a:lstStyle>
            <a:lvl1pPr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707" y="7152978"/>
            <a:ext cx="6506528" cy="2338139"/>
          </a:xfrm>
        </p:spPr>
        <p:txBody>
          <a:bodyPr/>
          <a:lstStyle>
            <a:lvl1pPr marL="0" indent="0">
              <a:buNone/>
              <a:defRPr sz="1980">
                <a:solidFill>
                  <a:schemeClr val="tx1"/>
                </a:solidFill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56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636" y="2845355"/>
            <a:ext cx="3206115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9049" y="2845355"/>
            <a:ext cx="3206115" cy="6781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2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569073"/>
            <a:ext cx="6506528" cy="2065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619" y="2620202"/>
            <a:ext cx="3191381" cy="1284120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9619" y="3904322"/>
            <a:ext cx="3191381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9049" y="2620202"/>
            <a:ext cx="3207098" cy="1284120"/>
          </a:xfrm>
        </p:spPr>
        <p:txBody>
          <a:bodyPr anchor="b"/>
          <a:lstStyle>
            <a:lvl1pPr marL="0" indent="0"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9049" y="3904322"/>
            <a:ext cx="3207098" cy="57426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8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91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3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712576"/>
            <a:ext cx="2433072" cy="2494016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7097" y="1538968"/>
            <a:ext cx="3819049" cy="7595861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9619" y="3206592"/>
            <a:ext cx="2433072" cy="5940607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10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619" y="712576"/>
            <a:ext cx="2433072" cy="2494016"/>
          </a:xfrm>
        </p:spPr>
        <p:txBody>
          <a:bodyPr anchor="b"/>
          <a:lstStyle>
            <a:lvl1pPr>
              <a:defRPr sz="2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07097" y="1538968"/>
            <a:ext cx="3819049" cy="7595861"/>
          </a:xfrm>
        </p:spPr>
        <p:txBody>
          <a:bodyPr anchor="t"/>
          <a:lstStyle>
            <a:lvl1pPr marL="0" indent="0">
              <a:buNone/>
              <a:defRPr sz="264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9619" y="3206592"/>
            <a:ext cx="2433072" cy="5940607"/>
          </a:xfrm>
        </p:spPr>
        <p:txBody>
          <a:bodyPr/>
          <a:lstStyle>
            <a:lvl1pPr marL="0" indent="0">
              <a:buNone/>
              <a:defRPr sz="1320"/>
            </a:lvl1pPr>
            <a:lvl2pPr marL="377190" indent="0">
              <a:buNone/>
              <a:defRPr sz="1155"/>
            </a:lvl2pPr>
            <a:lvl3pPr marL="754380" indent="0">
              <a:buNone/>
              <a:defRPr sz="990"/>
            </a:lvl3pPr>
            <a:lvl4pPr marL="1131570" indent="0">
              <a:buNone/>
              <a:defRPr sz="825"/>
            </a:lvl4pPr>
            <a:lvl5pPr marL="1508760" indent="0">
              <a:buNone/>
              <a:defRPr sz="825"/>
            </a:lvl5pPr>
            <a:lvl6pPr marL="1885950" indent="0">
              <a:buNone/>
              <a:defRPr sz="825"/>
            </a:lvl6pPr>
            <a:lvl7pPr marL="2263140" indent="0">
              <a:buNone/>
              <a:defRPr sz="825"/>
            </a:lvl7pPr>
            <a:lvl8pPr marL="2640330" indent="0">
              <a:buNone/>
              <a:defRPr sz="825"/>
            </a:lvl8pPr>
            <a:lvl9pPr marL="3017520" indent="0">
              <a:buNone/>
              <a:defRPr sz="8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1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5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98532" y="569071"/>
            <a:ext cx="1626632" cy="90581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637" y="569071"/>
            <a:ext cx="4785598" cy="90581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782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8636" y="569073"/>
            <a:ext cx="6506528" cy="20659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636" y="2845355"/>
            <a:ext cx="6506528" cy="678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636" y="9906786"/>
            <a:ext cx="169735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D214B-0406-4BAE-A6F2-A0094A4FC8E0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98884" y="9906786"/>
            <a:ext cx="2546033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7809" y="9906786"/>
            <a:ext cx="1697355" cy="5690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BE992-DE65-4019-9E95-83BAA9B669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3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2AAD-641D-08E4-BECC-3FA92BE58E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61B01-3160-4A62-4D7C-DC4679D452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083FD-9073-933C-49FD-C6840E2FD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" y="0"/>
            <a:ext cx="7543307" cy="106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8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A532-62CF-01C3-59BA-F9AD7B59F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76B9-0085-CD07-6640-77133DA62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7728-A3F1-ED50-7A34-E800E37E2D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17C55-9D72-F789-D2F8-505EE346C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7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E1FD77-CEF0-EB57-1812-9909DC023EA5}"/>
              </a:ext>
            </a:extLst>
          </p:cNvPr>
          <p:cNvSpPr txBox="1"/>
          <p:nvPr/>
        </p:nvSpPr>
        <p:spPr>
          <a:xfrm>
            <a:off x="1728352" y="5305290"/>
            <a:ext cx="4003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Soliden Trial Exp" pitchFamily="2" charset="0"/>
              </a:rPr>
              <a:t>Dylan Pollard</a:t>
            </a:r>
          </a:p>
        </p:txBody>
      </p:sp>
    </p:spTree>
    <p:extLst>
      <p:ext uri="{BB962C8B-B14F-4D97-AF65-F5344CB8AC3E}">
        <p14:creationId xmlns:p14="http://schemas.microsoft.com/office/powerpoint/2010/main" val="387299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DA0C-9CFA-9DF5-5DF4-E04383758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B5A8-E847-FA91-CA6A-A13A969987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85B33-E62E-4FE9-9D1B-DA03C69BAB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80860D-7FEF-F393-3A5D-B6EF86330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7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4D9E45-30BA-4E44-F9F1-73C61AE2582D}"/>
              </a:ext>
            </a:extLst>
          </p:cNvPr>
          <p:cNvSpPr txBox="1"/>
          <p:nvPr/>
        </p:nvSpPr>
        <p:spPr>
          <a:xfrm>
            <a:off x="565785" y="1274618"/>
            <a:ext cx="652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liden Trial Exp" pitchFamily="2" charset="0"/>
              </a:rPr>
              <a:t>Heading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01608-3A59-D6F2-6270-D43FCB69F590}"/>
              </a:ext>
            </a:extLst>
          </p:cNvPr>
          <p:cNvSpPr txBox="1"/>
          <p:nvPr/>
        </p:nvSpPr>
        <p:spPr>
          <a:xfrm>
            <a:off x="565785" y="1707711"/>
            <a:ext cx="6527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liden Trial Exp" pitchFamily="2" charset="0"/>
              </a:rPr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4243763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565B-BC4D-818D-50D3-1DB8AE4C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562F-C0E2-F7D1-5B61-DDDEFEF98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FA138-53F3-4871-0A68-44E50303B7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1FAC9-4A25-9C1D-EA41-60ABEE551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7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54AF1-9A47-3914-CA03-D2E8AD9637CC}"/>
              </a:ext>
            </a:extLst>
          </p:cNvPr>
          <p:cNvSpPr txBox="1"/>
          <p:nvPr/>
        </p:nvSpPr>
        <p:spPr>
          <a:xfrm>
            <a:off x="565785" y="1274618"/>
            <a:ext cx="652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liden Trial Exp" pitchFamily="2" charset="0"/>
              </a:rPr>
              <a:t>Heading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C8377-E9A0-9288-4137-14B2A1F02C08}"/>
              </a:ext>
            </a:extLst>
          </p:cNvPr>
          <p:cNvSpPr txBox="1"/>
          <p:nvPr/>
        </p:nvSpPr>
        <p:spPr>
          <a:xfrm>
            <a:off x="565785" y="1707711"/>
            <a:ext cx="6527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liden Trial Exp" pitchFamily="2" charset="0"/>
              </a:rPr>
              <a:t>Body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0BB95-76E6-4F7D-4FB2-F362046DD9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6" cy="10688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36D2FF-3F64-7CC1-61E2-DC75870F0A21}"/>
              </a:ext>
            </a:extLst>
          </p:cNvPr>
          <p:cNvSpPr txBox="1"/>
          <p:nvPr/>
        </p:nvSpPr>
        <p:spPr>
          <a:xfrm>
            <a:off x="450273" y="648868"/>
            <a:ext cx="6527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oliden Trial Exp" pitchFamily="2" charset="0"/>
              </a:rPr>
              <a:t>Introduction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AD082A-09C3-23EB-672A-51FE4815455B}"/>
              </a:ext>
            </a:extLst>
          </p:cNvPr>
          <p:cNvSpPr txBox="1"/>
          <p:nvPr/>
        </p:nvSpPr>
        <p:spPr>
          <a:xfrm>
            <a:off x="450273" y="1081961"/>
            <a:ext cx="6527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liden Trial Exp" pitchFamily="2" charset="0"/>
              </a:rPr>
              <a:t>Body Text</a:t>
            </a:r>
          </a:p>
        </p:txBody>
      </p:sp>
    </p:spTree>
    <p:extLst>
      <p:ext uri="{BB962C8B-B14F-4D97-AF65-F5344CB8AC3E}">
        <p14:creationId xmlns:p14="http://schemas.microsoft.com/office/powerpoint/2010/main" val="408027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97B4-A05F-B238-3DA6-237F32933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6D05-9485-F90A-CB70-F0C9E7F3F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B5289-B4C6-A19D-E2E2-0919F021D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58C2A-4AE6-22F5-16E6-F3AF898A0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" y="0"/>
            <a:ext cx="7543307" cy="10688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42ABA-7972-26CF-0BE9-B6E1C06680F9}"/>
              </a:ext>
            </a:extLst>
          </p:cNvPr>
          <p:cNvSpPr txBox="1"/>
          <p:nvPr/>
        </p:nvSpPr>
        <p:spPr>
          <a:xfrm>
            <a:off x="454945" y="1274617"/>
            <a:ext cx="65831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This is to certify that both parties acknowledge and agree to the terms of this proposal, between </a:t>
            </a:r>
          </a:p>
          <a:p>
            <a:r>
              <a:rPr lang="en-US" sz="1400" b="1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Cali Web Studios</a:t>
            </a:r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 and </a:t>
            </a:r>
            <a:r>
              <a:rPr lang="en-US" sz="1400" dirty="0">
                <a:latin typeface="HelveticaNowDisplay ExtraBold" panose="020B0904030202020204" pitchFamily="34" charset="0"/>
                <a:cs typeface="HelveticaNowDisplay ExtraBold" panose="020B0904030202020204" pitchFamily="34" charset="0"/>
              </a:rPr>
              <a:t>Dylan Pollard </a:t>
            </a:r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.</a:t>
            </a:r>
          </a:p>
          <a:p>
            <a:endParaRPr lang="en-US" sz="1400" dirty="0">
              <a:latin typeface="Helvetica Now Display"/>
              <a:cs typeface="HelveticaNowDisplay ExtraBold" panose="020B090403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F24D3-58EF-0F3A-B29D-5BC0506C3228}"/>
              </a:ext>
            </a:extLst>
          </p:cNvPr>
          <p:cNvSpPr txBox="1"/>
          <p:nvPr/>
        </p:nvSpPr>
        <p:spPr>
          <a:xfrm>
            <a:off x="454945" y="4694640"/>
            <a:ext cx="28562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Name: Brian McGregor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Date: 07/25/2025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Phone: (209) 209-4386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Email: info@caliwebstudios.com</a:t>
            </a:r>
          </a:p>
          <a:p>
            <a:endParaRPr lang="en-US" sz="1400" dirty="0">
              <a:latin typeface="Helvetica Now Display"/>
              <a:cs typeface="HelveticaNowDisplay ExtraBold" panose="020B0904030202020204" pitchFamily="34" charset="0"/>
            </a:endParaRPr>
          </a:p>
          <a:p>
            <a:endParaRPr lang="en-US" sz="1400" dirty="0">
              <a:latin typeface="Helvetica Now Display"/>
              <a:cs typeface="HelveticaNowDisplay ExtraBold" panose="020B090403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723E4-1D69-676F-DC26-2250F6B975CE}"/>
              </a:ext>
            </a:extLst>
          </p:cNvPr>
          <p:cNvSpPr txBox="1"/>
          <p:nvPr/>
        </p:nvSpPr>
        <p:spPr>
          <a:xfrm>
            <a:off x="3863805" y="4694640"/>
            <a:ext cx="3141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Name: Dylan Pollard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Date: 07/25/2025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Phone: (804) 512-8905</a:t>
            </a:r>
          </a:p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Email: dylan5gators@gmail.com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1C413-9485-AC45-676F-8C1A47322CC5}"/>
              </a:ext>
            </a:extLst>
          </p:cNvPr>
          <p:cNvSpPr txBox="1"/>
          <p:nvPr/>
        </p:nvSpPr>
        <p:spPr>
          <a:xfrm>
            <a:off x="454944" y="3119996"/>
            <a:ext cx="2856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By: Cali Web Studios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87846-160E-B06D-7B3A-F907F35A1AA1}"/>
              </a:ext>
            </a:extLst>
          </p:cNvPr>
          <p:cNvSpPr txBox="1"/>
          <p:nvPr/>
        </p:nvSpPr>
        <p:spPr>
          <a:xfrm>
            <a:off x="3876774" y="3106399"/>
            <a:ext cx="2856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Helvetica Now Display"/>
                <a:cs typeface="HelveticaNowDisplay ExtraBold" panose="020B0904030202020204" pitchFamily="34" charset="0"/>
              </a:rPr>
              <a:t>To: Client name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1FC30DA-8E96-57D7-7F3E-886EACF1B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525" y="3464281"/>
            <a:ext cx="142875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1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34C4E-A742-1601-3934-627E0E4B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A5C9B-9AFB-17DE-5CAA-47AB99DAD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841DA-F393-F54C-470B-910DD0340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37690-729C-B96F-0D72-716648F4A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" y="0"/>
            <a:ext cx="7543307" cy="1068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0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83</Words>
  <Application>Microsoft Office PowerPoint</Application>
  <PresentationFormat>Custom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Helvetica Now Display</vt:lpstr>
      <vt:lpstr>HelveticaNowDisplay ExtraBold</vt:lpstr>
      <vt:lpstr>Soliden Trial Exp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12</cp:revision>
  <dcterms:created xsi:type="dcterms:W3CDTF">2025-08-05T00:32:44Z</dcterms:created>
  <dcterms:modified xsi:type="dcterms:W3CDTF">2025-12-15T21:41:14Z</dcterms:modified>
</cp:coreProperties>
</file>